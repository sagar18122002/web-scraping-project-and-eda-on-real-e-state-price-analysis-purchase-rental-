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344" r:id="rId3"/>
    <p:sldId id="347" r:id="rId4"/>
    <p:sldId id="257" r:id="rId5"/>
    <p:sldId id="321" r:id="rId6"/>
    <p:sldId id="342" r:id="rId7"/>
    <p:sldId id="325" r:id="rId8"/>
    <p:sldId id="349" r:id="rId9"/>
    <p:sldId id="348" r:id="rId10"/>
    <p:sldId id="346" r:id="rId11"/>
    <p:sldId id="327" r:id="rId12"/>
    <p:sldId id="328" r:id="rId13"/>
    <p:sldId id="330" r:id="rId14"/>
    <p:sldId id="333" r:id="rId15"/>
    <p:sldId id="334" r:id="rId16"/>
    <p:sldId id="335" r:id="rId17"/>
    <p:sldId id="337" r:id="rId18"/>
    <p:sldId id="343" r:id="rId19"/>
    <p:sldId id="338" r:id="rId20"/>
    <p:sldId id="340" r:id="rId21"/>
    <p:sldId id="341" r:id="rId22"/>
    <p:sldId id="336" r:id="rId23"/>
  </p:sldIdLst>
  <p:sldSz cx="16256000" cy="9144000"/>
  <p:notesSz cx="16256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410E8D-5192-4121-8D00-2244A808A325}" v="46" dt="2026-03-12T11:50:44.00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4660"/>
  </p:normalViewPr>
  <p:slideViewPr>
    <p:cSldViewPr>
      <p:cViewPr varScale="1">
        <p:scale>
          <a:sx n="49" d="100"/>
          <a:sy n="49" d="100"/>
        </p:scale>
        <p:origin x="748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doti Sagar" userId="f12e5f940ffb70bd" providerId="LiveId" clId="{D84000FE-D9ED-4493-80B8-CE776FE82577}"/>
    <pc:docChg chg="undo custSel addSld delSld modSld sldOrd">
      <pc:chgData name="Dandoti Sagar" userId="f12e5f940ffb70bd" providerId="LiveId" clId="{D84000FE-D9ED-4493-80B8-CE776FE82577}" dt="2026-03-12T11:51:48.394" v="2112" actId="1076"/>
      <pc:docMkLst>
        <pc:docMk/>
      </pc:docMkLst>
      <pc:sldChg chg="modSp mod">
        <pc:chgData name="Dandoti Sagar" userId="f12e5f940ffb70bd" providerId="LiveId" clId="{D84000FE-D9ED-4493-80B8-CE776FE82577}" dt="2026-03-12T11:34:29.308" v="1962" actId="20577"/>
        <pc:sldMkLst>
          <pc:docMk/>
          <pc:sldMk cId="0" sldId="256"/>
        </pc:sldMkLst>
        <pc:spChg chg="mod">
          <ac:chgData name="Dandoti Sagar" userId="f12e5f940ffb70bd" providerId="LiveId" clId="{D84000FE-D9ED-4493-80B8-CE776FE82577}" dt="2026-03-12T11:34:29.308" v="1962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Dandoti Sagar" userId="f12e5f940ffb70bd" providerId="LiveId" clId="{D84000FE-D9ED-4493-80B8-CE776FE82577}" dt="2026-03-12T11:38:25.635" v="2013" actId="20577"/>
        <pc:sldMkLst>
          <pc:docMk/>
          <pc:sldMk cId="0" sldId="257"/>
        </pc:sldMkLst>
        <pc:spChg chg="del">
          <ac:chgData name="Dandoti Sagar" userId="f12e5f940ffb70bd" providerId="LiveId" clId="{D84000FE-D9ED-4493-80B8-CE776FE82577}" dt="2026-03-12T09:13:57.902" v="620" actId="478"/>
          <ac:spMkLst>
            <pc:docMk/>
            <pc:sldMk cId="0" sldId="257"/>
            <ac:spMk id="4" creationId="{CDD27933-F79B-5AE8-23D7-64B761D9A51F}"/>
          </ac:spMkLst>
        </pc:spChg>
        <pc:spChg chg="mod">
          <ac:chgData name="Dandoti Sagar" userId="f12e5f940ffb70bd" providerId="LiveId" clId="{D84000FE-D9ED-4493-80B8-CE776FE82577}" dt="2026-03-12T11:38:25.635" v="2013" actId="20577"/>
          <ac:spMkLst>
            <pc:docMk/>
            <pc:sldMk cId="0" sldId="257"/>
            <ac:spMk id="5" creationId="{0A422ECB-C439-870D-60CD-C44E0F70985C}"/>
          </ac:spMkLst>
        </pc:spChg>
        <pc:spChg chg="mod">
          <ac:chgData name="Dandoti Sagar" userId="f12e5f940ffb70bd" providerId="LiveId" clId="{D84000FE-D9ED-4493-80B8-CE776FE82577}" dt="2026-03-12T11:38:17.707" v="2011" actId="20577"/>
          <ac:spMkLst>
            <pc:docMk/>
            <pc:sldMk cId="0" sldId="257"/>
            <ac:spMk id="6" creationId="{27E07BF5-9FDE-7756-A119-B4E1B63A3F4D}"/>
          </ac:spMkLst>
        </pc:spChg>
        <pc:spChg chg="mod">
          <ac:chgData name="Dandoti Sagar" userId="f12e5f940ffb70bd" providerId="LiveId" clId="{D84000FE-D9ED-4493-80B8-CE776FE82577}" dt="2026-03-12T10:40:46.482" v="1662" actId="1076"/>
          <ac:spMkLst>
            <pc:docMk/>
            <pc:sldMk cId="0" sldId="257"/>
            <ac:spMk id="17" creationId="{76447664-F8CB-F20F-28A6-5A766578BEAD}"/>
          </ac:spMkLst>
        </pc:spChg>
        <pc:spChg chg="mod">
          <ac:chgData name="Dandoti Sagar" userId="f12e5f940ffb70bd" providerId="LiveId" clId="{D84000FE-D9ED-4493-80B8-CE776FE82577}" dt="2026-03-12T10:40:50.575" v="1663" actId="1076"/>
          <ac:spMkLst>
            <pc:docMk/>
            <pc:sldMk cId="0" sldId="257"/>
            <ac:spMk id="21" creationId="{DDE14365-6239-048A-12AD-331341B10C25}"/>
          </ac:spMkLst>
        </pc:spChg>
        <pc:picChg chg="add mod">
          <ac:chgData name="Dandoti Sagar" userId="f12e5f940ffb70bd" providerId="LiveId" clId="{D84000FE-D9ED-4493-80B8-CE776FE82577}" dt="2026-03-12T07:03:25.012" v="536" actId="1076"/>
          <ac:picMkLst>
            <pc:docMk/>
            <pc:sldMk cId="0" sldId="257"/>
            <ac:picMk id="7" creationId="{195EE467-8E08-733F-9233-A3FFCB564418}"/>
          </ac:picMkLst>
        </pc:picChg>
        <pc:picChg chg="add mod">
          <ac:chgData name="Dandoti Sagar" userId="f12e5f940ffb70bd" providerId="LiveId" clId="{D84000FE-D9ED-4493-80B8-CE776FE82577}" dt="2026-03-12T10:11:02.481" v="1338" actId="1076"/>
          <ac:picMkLst>
            <pc:docMk/>
            <pc:sldMk cId="0" sldId="257"/>
            <ac:picMk id="8" creationId="{5ABB1FD4-650E-D8BA-3976-08C854DFEE3C}"/>
          </ac:picMkLst>
        </pc:picChg>
        <pc:picChg chg="del">
          <ac:chgData name="Dandoti Sagar" userId="f12e5f940ffb70bd" providerId="LiveId" clId="{D84000FE-D9ED-4493-80B8-CE776FE82577}" dt="2026-03-12T09:13:53.741" v="619" actId="478"/>
          <ac:picMkLst>
            <pc:docMk/>
            <pc:sldMk cId="0" sldId="257"/>
            <ac:picMk id="27" creationId="{7123EC63-7C71-828E-BCDD-F9DEB86EDC7E}"/>
          </ac:picMkLst>
        </pc:picChg>
        <pc:picChg chg="del mod">
          <ac:chgData name="Dandoti Sagar" userId="f12e5f940ffb70bd" providerId="LiveId" clId="{D84000FE-D9ED-4493-80B8-CE776FE82577}" dt="2026-03-12T09:46:13.899" v="1165" actId="478"/>
          <ac:picMkLst>
            <pc:docMk/>
            <pc:sldMk cId="0" sldId="257"/>
            <ac:picMk id="29" creationId="{D8DB0494-C7F6-FD33-0B6F-7F9D1A135891}"/>
          </ac:picMkLst>
        </pc:picChg>
        <pc:picChg chg="add mod">
          <ac:chgData name="Dandoti Sagar" userId="f12e5f940ffb70bd" providerId="LiveId" clId="{D84000FE-D9ED-4493-80B8-CE776FE82577}" dt="2026-03-12T10:58:44.878" v="1924" actId="1076"/>
          <ac:picMkLst>
            <pc:docMk/>
            <pc:sldMk cId="0" sldId="257"/>
            <ac:picMk id="5122" creationId="{979A507F-A65E-B860-0595-D6269DBBCAC1}"/>
          </ac:picMkLst>
        </pc:picChg>
      </pc:sldChg>
      <pc:sldChg chg="addSp modSp mod">
        <pc:chgData name="Dandoti Sagar" userId="f12e5f940ffb70bd" providerId="LiveId" clId="{D84000FE-D9ED-4493-80B8-CE776FE82577}" dt="2026-03-12T10:40:15.748" v="1660" actId="2710"/>
        <pc:sldMkLst>
          <pc:docMk/>
          <pc:sldMk cId="185264011" sldId="321"/>
        </pc:sldMkLst>
        <pc:spChg chg="mod">
          <ac:chgData name="Dandoti Sagar" userId="f12e5f940ffb70bd" providerId="LiveId" clId="{D84000FE-D9ED-4493-80B8-CE776FE82577}" dt="2026-03-12T10:40:15.748" v="1660" actId="2710"/>
          <ac:spMkLst>
            <pc:docMk/>
            <pc:sldMk cId="185264011" sldId="321"/>
            <ac:spMk id="3" creationId="{D8E051B0-BEA3-CDA3-31AE-A791534D72F1}"/>
          </ac:spMkLst>
        </pc:spChg>
        <pc:spChg chg="mod">
          <ac:chgData name="Dandoti Sagar" userId="f12e5f940ffb70bd" providerId="LiveId" clId="{D84000FE-D9ED-4493-80B8-CE776FE82577}" dt="2026-03-12T09:48:23.681" v="1178" actId="255"/>
          <ac:spMkLst>
            <pc:docMk/>
            <pc:sldMk cId="185264011" sldId="321"/>
            <ac:spMk id="8" creationId="{C238F270-1135-252B-CBAD-409EE4018440}"/>
          </ac:spMkLst>
        </pc:spChg>
        <pc:picChg chg="add mod">
          <ac:chgData name="Dandoti Sagar" userId="f12e5f940ffb70bd" providerId="LiveId" clId="{D84000FE-D9ED-4493-80B8-CE776FE82577}" dt="2026-03-12T07:03:34.282" v="538" actId="1076"/>
          <ac:picMkLst>
            <pc:docMk/>
            <pc:sldMk cId="185264011" sldId="321"/>
            <ac:picMk id="5" creationId="{567A790C-9031-7341-1873-2A225204B9EE}"/>
          </ac:picMkLst>
        </pc:picChg>
      </pc:sldChg>
      <pc:sldChg chg="addSp modSp del mod">
        <pc:chgData name="Dandoti Sagar" userId="f12e5f940ffb70bd" providerId="LiveId" clId="{D84000FE-D9ED-4493-80B8-CE776FE82577}" dt="2026-03-12T09:43:39.110" v="1148" actId="2696"/>
        <pc:sldMkLst>
          <pc:docMk/>
          <pc:sldMk cId="544395754" sldId="322"/>
        </pc:sldMkLst>
        <pc:spChg chg="mod">
          <ac:chgData name="Dandoti Sagar" userId="f12e5f940ffb70bd" providerId="LiveId" clId="{D84000FE-D9ED-4493-80B8-CE776FE82577}" dt="2026-03-12T09:34:48.081" v="849" actId="207"/>
          <ac:spMkLst>
            <pc:docMk/>
            <pc:sldMk cId="544395754" sldId="322"/>
            <ac:spMk id="6" creationId="{2D63E710-E91F-B56B-BD9E-F4B24C500191}"/>
          </ac:spMkLst>
        </pc:spChg>
        <pc:picChg chg="add mod">
          <ac:chgData name="Dandoti Sagar" userId="f12e5f940ffb70bd" providerId="LiveId" clId="{D84000FE-D9ED-4493-80B8-CE776FE82577}" dt="2026-03-12T07:03:42.653" v="540" actId="1076"/>
          <ac:picMkLst>
            <pc:docMk/>
            <pc:sldMk cId="544395754" sldId="322"/>
            <ac:picMk id="8" creationId="{B3538FF0-FD24-6C19-7C00-9BEC3A249BC3}"/>
          </ac:picMkLst>
        </pc:picChg>
      </pc:sldChg>
      <pc:sldChg chg="addSp modSp del mod">
        <pc:chgData name="Dandoti Sagar" userId="f12e5f940ffb70bd" providerId="LiveId" clId="{D84000FE-D9ED-4493-80B8-CE776FE82577}" dt="2026-03-12T09:43:49.321" v="1149" actId="2696"/>
        <pc:sldMkLst>
          <pc:docMk/>
          <pc:sldMk cId="2642241149" sldId="323"/>
        </pc:sldMkLst>
        <pc:spChg chg="mod">
          <ac:chgData name="Dandoti Sagar" userId="f12e5f940ffb70bd" providerId="LiveId" clId="{D84000FE-D9ED-4493-80B8-CE776FE82577}" dt="2026-03-12T09:35:15.816" v="886" actId="255"/>
          <ac:spMkLst>
            <pc:docMk/>
            <pc:sldMk cId="2642241149" sldId="323"/>
            <ac:spMk id="5" creationId="{2C3B4CC4-AE73-64FC-0BF9-EC0C580F6759}"/>
          </ac:spMkLst>
        </pc:spChg>
        <pc:picChg chg="add mod">
          <ac:chgData name="Dandoti Sagar" userId="f12e5f940ffb70bd" providerId="LiveId" clId="{D84000FE-D9ED-4493-80B8-CE776FE82577}" dt="2026-03-12T07:03:51.344" v="543" actId="1076"/>
          <ac:picMkLst>
            <pc:docMk/>
            <pc:sldMk cId="2642241149" sldId="323"/>
            <ac:picMk id="8" creationId="{A045743B-C1CD-D4C6-8F76-8A351D27917B}"/>
          </ac:picMkLst>
        </pc:picChg>
      </pc:sldChg>
      <pc:sldChg chg="addSp delSp modSp del mod">
        <pc:chgData name="Dandoti Sagar" userId="f12e5f940ffb70bd" providerId="LiveId" clId="{D84000FE-D9ED-4493-80B8-CE776FE82577}" dt="2026-03-12T09:17:45.095" v="659" actId="2696"/>
        <pc:sldMkLst>
          <pc:docMk/>
          <pc:sldMk cId="3596249557" sldId="324"/>
        </pc:sldMkLst>
        <pc:spChg chg="mod">
          <ac:chgData name="Dandoti Sagar" userId="f12e5f940ffb70bd" providerId="LiveId" clId="{D84000FE-D9ED-4493-80B8-CE776FE82577}" dt="2026-03-11T07:55:05.689" v="525" actId="207"/>
          <ac:spMkLst>
            <pc:docMk/>
            <pc:sldMk cId="3596249557" sldId="324"/>
            <ac:spMk id="4" creationId="{0F5CBA03-4C9C-94A5-AB1C-720F86E30FE0}"/>
          </ac:spMkLst>
        </pc:spChg>
        <pc:spChg chg="add del mod">
          <ac:chgData name="Dandoti Sagar" userId="f12e5f940ffb70bd" providerId="LiveId" clId="{D84000FE-D9ED-4493-80B8-CE776FE82577}" dt="2026-03-12T09:17:07.077" v="655"/>
          <ac:spMkLst>
            <pc:docMk/>
            <pc:sldMk cId="3596249557" sldId="324"/>
            <ac:spMk id="6" creationId="{691C7287-4091-69DD-63D7-9A3F35390324}"/>
          </ac:spMkLst>
        </pc:spChg>
        <pc:spChg chg="add del mod">
          <ac:chgData name="Dandoti Sagar" userId="f12e5f940ffb70bd" providerId="LiveId" clId="{D84000FE-D9ED-4493-80B8-CE776FE82577}" dt="2026-03-12T09:17:35.915" v="658"/>
          <ac:spMkLst>
            <pc:docMk/>
            <pc:sldMk cId="3596249557" sldId="324"/>
            <ac:spMk id="10" creationId="{3E0320A6-20FB-A242-9E61-E90D1BD5FA91}"/>
          </ac:spMkLst>
        </pc:spChg>
        <pc:picChg chg="del">
          <ac:chgData name="Dandoti Sagar" userId="f12e5f940ffb70bd" providerId="LiveId" clId="{D84000FE-D9ED-4493-80B8-CE776FE82577}" dt="2026-03-12T09:16:14.941" v="648" actId="478"/>
          <ac:picMkLst>
            <pc:docMk/>
            <pc:sldMk cId="3596249557" sldId="324"/>
            <ac:picMk id="5" creationId="{AB4B7F3B-14FA-B730-F366-FB6CA97AF4D6}"/>
          </ac:picMkLst>
        </pc:picChg>
        <pc:picChg chg="del">
          <ac:chgData name="Dandoti Sagar" userId="f12e5f940ffb70bd" providerId="LiveId" clId="{D84000FE-D9ED-4493-80B8-CE776FE82577}" dt="2026-03-12T09:16:35.028" v="652" actId="478"/>
          <ac:picMkLst>
            <pc:docMk/>
            <pc:sldMk cId="3596249557" sldId="324"/>
            <ac:picMk id="7" creationId="{50A1D871-78B2-6937-6DF2-DB1BA8E6D1E0}"/>
          </ac:picMkLst>
        </pc:picChg>
        <pc:picChg chg="add mod">
          <ac:chgData name="Dandoti Sagar" userId="f12e5f940ffb70bd" providerId="LiveId" clId="{D84000FE-D9ED-4493-80B8-CE776FE82577}" dt="2026-03-12T07:03:59.791" v="545" actId="1076"/>
          <ac:picMkLst>
            <pc:docMk/>
            <pc:sldMk cId="3596249557" sldId="324"/>
            <ac:picMk id="8" creationId="{57D85E82-1101-109D-0C43-4722C378F5D9}"/>
          </ac:picMkLst>
        </pc:picChg>
        <pc:picChg chg="mod">
          <ac:chgData name="Dandoti Sagar" userId="f12e5f940ffb70bd" providerId="LiveId" clId="{D84000FE-D9ED-4493-80B8-CE776FE82577}" dt="2026-03-12T09:16:18.683" v="649" actId="1076"/>
          <ac:picMkLst>
            <pc:docMk/>
            <pc:sldMk cId="3596249557" sldId="324"/>
            <ac:picMk id="9" creationId="{5861DFE3-CAED-3A72-AF44-4D4CB30A25B3}"/>
          </ac:picMkLst>
        </pc:picChg>
        <pc:picChg chg="del">
          <ac:chgData name="Dandoti Sagar" userId="f12e5f940ffb70bd" providerId="LiveId" clId="{D84000FE-D9ED-4493-80B8-CE776FE82577}" dt="2026-03-12T09:16:32.006" v="651" actId="478"/>
          <ac:picMkLst>
            <pc:docMk/>
            <pc:sldMk cId="3596249557" sldId="324"/>
            <ac:picMk id="11" creationId="{DD14FB07-7217-7FA5-9D9B-4CD16B90E9AC}"/>
          </ac:picMkLst>
        </pc:picChg>
      </pc:sldChg>
      <pc:sldChg chg="addSp delSp modSp mod">
        <pc:chgData name="Dandoti Sagar" userId="f12e5f940ffb70bd" providerId="LiveId" clId="{D84000FE-D9ED-4493-80B8-CE776FE82577}" dt="2026-03-12T11:42:32.622" v="2080" actId="255"/>
        <pc:sldMkLst>
          <pc:docMk/>
          <pc:sldMk cId="230930540" sldId="325"/>
        </pc:sldMkLst>
        <pc:spChg chg="add del mod">
          <ac:chgData name="Dandoti Sagar" userId="f12e5f940ffb70bd" providerId="LiveId" clId="{D84000FE-D9ED-4493-80B8-CE776FE82577}" dt="2026-03-12T10:41:34.130" v="1669"/>
          <ac:spMkLst>
            <pc:docMk/>
            <pc:sldMk cId="230930540" sldId="325"/>
            <ac:spMk id="4" creationId="{3EF702F3-0A0F-A2D5-0456-42E3C30E3236}"/>
          </ac:spMkLst>
        </pc:spChg>
        <pc:spChg chg="mod">
          <ac:chgData name="Dandoti Sagar" userId="f12e5f940ffb70bd" providerId="LiveId" clId="{D84000FE-D9ED-4493-80B8-CE776FE82577}" dt="2026-03-12T11:37:55.236" v="2001" actId="20577"/>
          <ac:spMkLst>
            <pc:docMk/>
            <pc:sldMk cId="230930540" sldId="325"/>
            <ac:spMk id="5" creationId="{16FA08E4-5765-CF93-036D-9E56922A4956}"/>
          </ac:spMkLst>
        </pc:spChg>
        <pc:spChg chg="del mod">
          <ac:chgData name="Dandoti Sagar" userId="f12e5f940ffb70bd" providerId="LiveId" clId="{D84000FE-D9ED-4493-80B8-CE776FE82577}" dt="2026-03-12T09:52:49.096" v="1206" actId="478"/>
          <ac:spMkLst>
            <pc:docMk/>
            <pc:sldMk cId="230930540" sldId="325"/>
            <ac:spMk id="6" creationId="{6F51471F-5AFC-5611-1DAA-27D012D6DE7B}"/>
          </ac:spMkLst>
        </pc:spChg>
        <pc:spChg chg="add mod">
          <ac:chgData name="Dandoti Sagar" userId="f12e5f940ffb70bd" providerId="LiveId" clId="{D84000FE-D9ED-4493-80B8-CE776FE82577}" dt="2026-03-12T10:44:09.188" v="1812" actId="1076"/>
          <ac:spMkLst>
            <pc:docMk/>
            <pc:sldMk cId="230930540" sldId="325"/>
            <ac:spMk id="9" creationId="{A6009ADB-9A01-80BE-452C-74BD0D9539E8}"/>
          </ac:spMkLst>
        </pc:spChg>
        <pc:spChg chg="mod">
          <ac:chgData name="Dandoti Sagar" userId="f12e5f940ffb70bd" providerId="LiveId" clId="{D84000FE-D9ED-4493-80B8-CE776FE82577}" dt="2026-03-12T11:42:32.622" v="2080" actId="255"/>
          <ac:spMkLst>
            <pc:docMk/>
            <pc:sldMk cId="230930540" sldId="325"/>
            <ac:spMk id="11" creationId="{63076575-706F-5568-23BD-9B5FF1C766FA}"/>
          </ac:spMkLst>
        </pc:spChg>
        <pc:picChg chg="add mod">
          <ac:chgData name="Dandoti Sagar" userId="f12e5f940ffb70bd" providerId="LiveId" clId="{D84000FE-D9ED-4493-80B8-CE776FE82577}" dt="2026-03-12T07:04:27.827" v="551" actId="1076"/>
          <ac:picMkLst>
            <pc:docMk/>
            <pc:sldMk cId="230930540" sldId="325"/>
            <ac:picMk id="7" creationId="{50319CE9-0F24-9EA7-BC29-3E740322970F}"/>
          </ac:picMkLst>
        </pc:picChg>
        <pc:picChg chg="mod modCrop">
          <ac:chgData name="Dandoti Sagar" userId="f12e5f940ffb70bd" providerId="LiveId" clId="{D84000FE-D9ED-4493-80B8-CE776FE82577}" dt="2026-03-12T10:41:15.042" v="1666" actId="1076"/>
          <ac:picMkLst>
            <pc:docMk/>
            <pc:sldMk cId="230930540" sldId="325"/>
            <ac:picMk id="8" creationId="{0BE550BC-677D-A79D-A3F2-B76D256DB372}"/>
          </ac:picMkLst>
        </pc:picChg>
        <pc:picChg chg="del">
          <ac:chgData name="Dandoti Sagar" userId="f12e5f940ffb70bd" providerId="LiveId" clId="{D84000FE-D9ED-4493-80B8-CE776FE82577}" dt="2026-03-12T09:52:46.031" v="1205" actId="478"/>
          <ac:picMkLst>
            <pc:docMk/>
            <pc:sldMk cId="230930540" sldId="325"/>
            <ac:picMk id="10" creationId="{65CFCAA6-1E73-B9E3-7C61-71570D821DC0}"/>
          </ac:picMkLst>
        </pc:picChg>
      </pc:sldChg>
      <pc:sldChg chg="addSp delSp modSp del mod">
        <pc:chgData name="Dandoti Sagar" userId="f12e5f940ffb70bd" providerId="LiveId" clId="{D84000FE-D9ED-4493-80B8-CE776FE82577}" dt="2026-03-12T09:18:25.803" v="663" actId="2696"/>
        <pc:sldMkLst>
          <pc:docMk/>
          <pc:sldMk cId="2053188320" sldId="326"/>
        </pc:sldMkLst>
        <pc:picChg chg="del">
          <ac:chgData name="Dandoti Sagar" userId="f12e5f940ffb70bd" providerId="LiveId" clId="{D84000FE-D9ED-4493-80B8-CE776FE82577}" dt="2026-03-12T09:18:22.152" v="662" actId="478"/>
          <ac:picMkLst>
            <pc:docMk/>
            <pc:sldMk cId="2053188320" sldId="326"/>
            <ac:picMk id="5" creationId="{61B2BB07-4A2F-0FB0-E982-557323AE55AF}"/>
          </ac:picMkLst>
        </pc:picChg>
        <pc:picChg chg="del">
          <ac:chgData name="Dandoti Sagar" userId="f12e5f940ffb70bd" providerId="LiveId" clId="{D84000FE-D9ED-4493-80B8-CE776FE82577}" dt="2026-03-12T09:18:18.907" v="661" actId="478"/>
          <ac:picMkLst>
            <pc:docMk/>
            <pc:sldMk cId="2053188320" sldId="326"/>
            <ac:picMk id="7" creationId="{B98C9B7F-B792-C845-D725-D9324A333567}"/>
          </ac:picMkLst>
        </pc:picChg>
        <pc:picChg chg="add mod">
          <ac:chgData name="Dandoti Sagar" userId="f12e5f940ffb70bd" providerId="LiveId" clId="{D84000FE-D9ED-4493-80B8-CE776FE82577}" dt="2026-03-12T07:04:15.851" v="549" actId="1076"/>
          <ac:picMkLst>
            <pc:docMk/>
            <pc:sldMk cId="2053188320" sldId="326"/>
            <ac:picMk id="11" creationId="{520BC5D9-E472-8E54-B7C4-12FB62B3AA8D}"/>
          </ac:picMkLst>
        </pc:picChg>
      </pc:sldChg>
      <pc:sldChg chg="addSp delSp modSp mod">
        <pc:chgData name="Dandoti Sagar" userId="f12e5f940ffb70bd" providerId="LiveId" clId="{D84000FE-D9ED-4493-80B8-CE776FE82577}" dt="2026-03-12T11:40:07.276" v="2058" actId="14100"/>
        <pc:sldMkLst>
          <pc:docMk/>
          <pc:sldMk cId="4180162445" sldId="327"/>
        </pc:sldMkLst>
        <pc:spChg chg="mod">
          <ac:chgData name="Dandoti Sagar" userId="f12e5f940ffb70bd" providerId="LiveId" clId="{D84000FE-D9ED-4493-80B8-CE776FE82577}" dt="2026-03-12T10:35:11.751" v="1616" actId="14100"/>
          <ac:spMkLst>
            <pc:docMk/>
            <pc:sldMk cId="4180162445" sldId="327"/>
            <ac:spMk id="5" creationId="{5FDFD782-4402-4C6C-1374-5E7022581383}"/>
          </ac:spMkLst>
        </pc:spChg>
        <pc:spChg chg="mod">
          <ac:chgData name="Dandoti Sagar" userId="f12e5f940ffb70bd" providerId="LiveId" clId="{D84000FE-D9ED-4493-80B8-CE776FE82577}" dt="2026-03-12T09:38:35.896" v="1079" actId="207"/>
          <ac:spMkLst>
            <pc:docMk/>
            <pc:sldMk cId="4180162445" sldId="327"/>
            <ac:spMk id="6" creationId="{835CC0A8-9C57-70D2-271F-85487E57CC46}"/>
          </ac:spMkLst>
        </pc:spChg>
        <pc:spChg chg="mod">
          <ac:chgData name="Dandoti Sagar" userId="f12e5f940ffb70bd" providerId="LiveId" clId="{D84000FE-D9ED-4493-80B8-CE776FE82577}" dt="2026-03-12T11:40:07.276" v="2058" actId="14100"/>
          <ac:spMkLst>
            <pc:docMk/>
            <pc:sldMk cId="4180162445" sldId="327"/>
            <ac:spMk id="7" creationId="{EC8A4952-933C-827F-5661-4B0E9FE5D1DC}"/>
          </ac:spMkLst>
        </pc:spChg>
        <pc:picChg chg="del">
          <ac:chgData name="Dandoti Sagar" userId="f12e5f940ffb70bd" providerId="LiveId" clId="{D84000FE-D9ED-4493-80B8-CE776FE82577}" dt="2026-03-12T09:24:30.233" v="689" actId="478"/>
          <ac:picMkLst>
            <pc:docMk/>
            <pc:sldMk cId="4180162445" sldId="327"/>
            <ac:picMk id="4" creationId="{0743FE7F-CA66-8956-6EA8-EB7FA499811A}"/>
          </ac:picMkLst>
        </pc:picChg>
        <pc:picChg chg="add mod">
          <ac:chgData name="Dandoti Sagar" userId="f12e5f940ffb70bd" providerId="LiveId" clId="{D84000FE-D9ED-4493-80B8-CE776FE82577}" dt="2026-03-12T07:04:47.352" v="555" actId="1076"/>
          <ac:picMkLst>
            <pc:docMk/>
            <pc:sldMk cId="4180162445" sldId="327"/>
            <ac:picMk id="9" creationId="{6E3FD057-CB14-4B7A-0C34-D4523A81B7BC}"/>
          </ac:picMkLst>
        </pc:picChg>
        <pc:picChg chg="add mod">
          <ac:chgData name="Dandoti Sagar" userId="f12e5f940ffb70bd" providerId="LiveId" clId="{D84000FE-D9ED-4493-80B8-CE776FE82577}" dt="2026-03-12T10:35:15.711" v="1617" actId="14100"/>
          <ac:picMkLst>
            <pc:docMk/>
            <pc:sldMk cId="4180162445" sldId="327"/>
            <ac:picMk id="10" creationId="{1DD31C7E-BD44-67DD-5533-894BE25C446B}"/>
          </ac:picMkLst>
        </pc:picChg>
      </pc:sldChg>
      <pc:sldChg chg="addSp delSp modSp mod">
        <pc:chgData name="Dandoti Sagar" userId="f12e5f940ffb70bd" providerId="LiveId" clId="{D84000FE-D9ED-4493-80B8-CE776FE82577}" dt="2026-03-12T11:40:13.135" v="2059" actId="20577"/>
        <pc:sldMkLst>
          <pc:docMk/>
          <pc:sldMk cId="3547905003" sldId="328"/>
        </pc:sldMkLst>
        <pc:spChg chg="mod">
          <ac:chgData name="Dandoti Sagar" userId="f12e5f940ffb70bd" providerId="LiveId" clId="{D84000FE-D9ED-4493-80B8-CE776FE82577}" dt="2026-03-12T10:35:26.433" v="1618" actId="1076"/>
          <ac:spMkLst>
            <pc:docMk/>
            <pc:sldMk cId="3547905003" sldId="328"/>
            <ac:spMk id="5" creationId="{6BB57252-C88D-4BC4-BA33-D96804FD0C3D}"/>
          </ac:spMkLst>
        </pc:spChg>
        <pc:spChg chg="mod">
          <ac:chgData name="Dandoti Sagar" userId="f12e5f940ffb70bd" providerId="LiveId" clId="{D84000FE-D9ED-4493-80B8-CE776FE82577}" dt="2026-03-12T09:38:49.828" v="1082" actId="207"/>
          <ac:spMkLst>
            <pc:docMk/>
            <pc:sldMk cId="3547905003" sldId="328"/>
            <ac:spMk id="6" creationId="{8CEE886F-FDD5-9EA2-C16E-BE3BEE5C00AC}"/>
          </ac:spMkLst>
        </pc:spChg>
        <pc:spChg chg="mod">
          <ac:chgData name="Dandoti Sagar" userId="f12e5f940ffb70bd" providerId="LiveId" clId="{D84000FE-D9ED-4493-80B8-CE776FE82577}" dt="2026-03-12T11:40:13.135" v="2059" actId="20577"/>
          <ac:spMkLst>
            <pc:docMk/>
            <pc:sldMk cId="3547905003" sldId="328"/>
            <ac:spMk id="9" creationId="{9A05D97D-A3D6-C3EE-7209-A75695821BED}"/>
          </ac:spMkLst>
        </pc:spChg>
        <pc:picChg chg="del mod">
          <ac:chgData name="Dandoti Sagar" userId="f12e5f940ffb70bd" providerId="LiveId" clId="{D84000FE-D9ED-4493-80B8-CE776FE82577}" dt="2026-03-12T09:25:00.590" v="693" actId="478"/>
          <ac:picMkLst>
            <pc:docMk/>
            <pc:sldMk cId="3547905003" sldId="328"/>
            <ac:picMk id="3" creationId="{B0839608-8A09-7915-ECCB-48E3DFABE2A4}"/>
          </ac:picMkLst>
        </pc:picChg>
        <pc:picChg chg="add mod">
          <ac:chgData name="Dandoti Sagar" userId="f12e5f940ffb70bd" providerId="LiveId" clId="{D84000FE-D9ED-4493-80B8-CE776FE82577}" dt="2026-03-12T10:35:30.394" v="1619" actId="1076"/>
          <ac:picMkLst>
            <pc:docMk/>
            <pc:sldMk cId="3547905003" sldId="328"/>
            <ac:picMk id="8" creationId="{32AE7DF2-49AC-8C29-C63A-0C9ABBBBA49A}"/>
          </ac:picMkLst>
        </pc:picChg>
      </pc:sldChg>
      <pc:sldChg chg="addSp delSp modSp mod">
        <pc:chgData name="Dandoti Sagar" userId="f12e5f940ffb70bd" providerId="LiveId" clId="{D84000FE-D9ED-4493-80B8-CE776FE82577}" dt="2026-03-12T11:39:25.443" v="2040" actId="1076"/>
        <pc:sldMkLst>
          <pc:docMk/>
          <pc:sldMk cId="2380438260" sldId="330"/>
        </pc:sldMkLst>
        <pc:spChg chg="mod">
          <ac:chgData name="Dandoti Sagar" userId="f12e5f940ffb70bd" providerId="LiveId" clId="{D84000FE-D9ED-4493-80B8-CE776FE82577}" dt="2026-03-12T11:39:25.443" v="2040" actId="1076"/>
          <ac:spMkLst>
            <pc:docMk/>
            <pc:sldMk cId="2380438260" sldId="330"/>
            <ac:spMk id="3" creationId="{23F5C5FC-0DE8-EE1C-DED5-53353E4D3F9C}"/>
          </ac:spMkLst>
        </pc:spChg>
        <pc:spChg chg="mod">
          <ac:chgData name="Dandoti Sagar" userId="f12e5f940ffb70bd" providerId="LiveId" clId="{D84000FE-D9ED-4493-80B8-CE776FE82577}" dt="2026-03-12T10:33:30.726" v="1597" actId="2710"/>
          <ac:spMkLst>
            <pc:docMk/>
            <pc:sldMk cId="2380438260" sldId="330"/>
            <ac:spMk id="5" creationId="{2BCEDF25-756C-3ACA-C972-E1F7E34D1132}"/>
          </ac:spMkLst>
        </pc:spChg>
        <pc:spChg chg="mod">
          <ac:chgData name="Dandoti Sagar" userId="f12e5f940ffb70bd" providerId="LiveId" clId="{D84000FE-D9ED-4493-80B8-CE776FE82577}" dt="2026-03-12T09:39:04.394" v="1085" actId="207"/>
          <ac:spMkLst>
            <pc:docMk/>
            <pc:sldMk cId="2380438260" sldId="330"/>
            <ac:spMk id="7" creationId="{5D7E0EA4-6836-FBF0-8051-C179FA76D1A9}"/>
          </ac:spMkLst>
        </pc:spChg>
        <pc:picChg chg="add mod">
          <ac:chgData name="Dandoti Sagar" userId="f12e5f940ffb70bd" providerId="LiveId" clId="{D84000FE-D9ED-4493-80B8-CE776FE82577}" dt="2026-03-12T09:26:56.007" v="706" actId="1076"/>
          <ac:picMkLst>
            <pc:docMk/>
            <pc:sldMk cId="2380438260" sldId="330"/>
            <ac:picMk id="4" creationId="{2C70A9F2-F599-8979-9AC6-59DA0D8141DC}"/>
          </ac:picMkLst>
        </pc:picChg>
        <pc:picChg chg="add mod modCrop">
          <ac:chgData name="Dandoti Sagar" userId="f12e5f940ffb70bd" providerId="LiveId" clId="{D84000FE-D9ED-4493-80B8-CE776FE82577}" dt="2026-03-12T09:27:04.387" v="707" actId="1076"/>
          <ac:picMkLst>
            <pc:docMk/>
            <pc:sldMk cId="2380438260" sldId="330"/>
            <ac:picMk id="8" creationId="{76C24642-C2B6-667D-93E0-7D757E3FC227}"/>
          </ac:picMkLst>
        </pc:picChg>
        <pc:picChg chg="del mod modCrop">
          <ac:chgData name="Dandoti Sagar" userId="f12e5f940ffb70bd" providerId="LiveId" clId="{D84000FE-D9ED-4493-80B8-CE776FE82577}" dt="2026-03-12T09:26:14.511" v="701" actId="478"/>
          <ac:picMkLst>
            <pc:docMk/>
            <pc:sldMk cId="2380438260" sldId="330"/>
            <ac:picMk id="9" creationId="{47721F72-4AF4-58B6-353F-B35F7A04E23D}"/>
          </ac:picMkLst>
        </pc:picChg>
      </pc:sldChg>
      <pc:sldChg chg="addSp delSp modSp mod">
        <pc:chgData name="Dandoti Sagar" userId="f12e5f940ffb70bd" providerId="LiveId" clId="{D84000FE-D9ED-4493-80B8-CE776FE82577}" dt="2026-03-12T11:40:41.123" v="2061" actId="20577"/>
        <pc:sldMkLst>
          <pc:docMk/>
          <pc:sldMk cId="2025739918" sldId="333"/>
        </pc:sldMkLst>
        <pc:spChg chg="add del mod">
          <ac:chgData name="Dandoti Sagar" userId="f12e5f940ffb70bd" providerId="LiveId" clId="{D84000FE-D9ED-4493-80B8-CE776FE82577}" dt="2026-03-12T10:31:34.930" v="1574" actId="478"/>
          <ac:spMkLst>
            <pc:docMk/>
            <pc:sldMk cId="2025739918" sldId="333"/>
            <ac:spMk id="5" creationId="{077DB8F7-49FA-6914-55F1-3C6AA0858514}"/>
          </ac:spMkLst>
        </pc:spChg>
        <pc:spChg chg="mod">
          <ac:chgData name="Dandoti Sagar" userId="f12e5f940ffb70bd" providerId="LiveId" clId="{D84000FE-D9ED-4493-80B8-CE776FE82577}" dt="2026-03-12T09:39:16.551" v="1087" actId="207"/>
          <ac:spMkLst>
            <pc:docMk/>
            <pc:sldMk cId="2025739918" sldId="333"/>
            <ac:spMk id="6" creationId="{9F34A42A-9711-4E2B-0409-10CCC878006E}"/>
          </ac:spMkLst>
        </pc:spChg>
        <pc:spChg chg="mod">
          <ac:chgData name="Dandoti Sagar" userId="f12e5f940ffb70bd" providerId="LiveId" clId="{D84000FE-D9ED-4493-80B8-CE776FE82577}" dt="2026-03-12T11:40:41.123" v="2061" actId="20577"/>
          <ac:spMkLst>
            <pc:docMk/>
            <pc:sldMk cId="2025739918" sldId="333"/>
            <ac:spMk id="7" creationId="{344FAC67-63EB-C8B5-83C0-01AE20ADB8CF}"/>
          </ac:spMkLst>
        </pc:spChg>
        <pc:spChg chg="add del mod">
          <ac:chgData name="Dandoti Sagar" userId="f12e5f940ffb70bd" providerId="LiveId" clId="{D84000FE-D9ED-4493-80B8-CE776FE82577}" dt="2026-03-12T10:30:42.561" v="1570" actId="22"/>
          <ac:spMkLst>
            <pc:docMk/>
            <pc:sldMk cId="2025739918" sldId="333"/>
            <ac:spMk id="18" creationId="{E01697A3-7F53-434A-A020-C6DA0FB7AF92}"/>
          </ac:spMkLst>
        </pc:spChg>
        <pc:spChg chg="add del">
          <ac:chgData name="Dandoti Sagar" userId="f12e5f940ffb70bd" providerId="LiveId" clId="{D84000FE-D9ED-4493-80B8-CE776FE82577}" dt="2026-03-12T10:31:34.930" v="1574" actId="478"/>
          <ac:spMkLst>
            <pc:docMk/>
            <pc:sldMk cId="2025739918" sldId="333"/>
            <ac:spMk id="19" creationId="{0B5ED2DC-E60A-9307-997C-FD80A58AAEAA}"/>
          </ac:spMkLst>
        </pc:spChg>
        <pc:spChg chg="add mod">
          <ac:chgData name="Dandoti Sagar" userId="f12e5f940ffb70bd" providerId="LiveId" clId="{D84000FE-D9ED-4493-80B8-CE776FE82577}" dt="2026-03-12T10:32:37.858" v="1590" actId="1076"/>
          <ac:spMkLst>
            <pc:docMk/>
            <pc:sldMk cId="2025739918" sldId="333"/>
            <ac:spMk id="20" creationId="{E77C3F5E-FD98-14DF-3FAD-C189063EF73A}"/>
          </ac:spMkLst>
        </pc:spChg>
        <pc:picChg chg="del">
          <ac:chgData name="Dandoti Sagar" userId="f12e5f940ffb70bd" providerId="LiveId" clId="{D84000FE-D9ED-4493-80B8-CE776FE82577}" dt="2026-03-12T09:27:39.026" v="709" actId="478"/>
          <ac:picMkLst>
            <pc:docMk/>
            <pc:sldMk cId="2025739918" sldId="333"/>
            <ac:picMk id="4" creationId="{B503C169-8962-FA7B-DD9C-847BDE94A604}"/>
          </ac:picMkLst>
        </pc:picChg>
        <pc:picChg chg="add mod">
          <ac:chgData name="Dandoti Sagar" userId="f12e5f940ffb70bd" providerId="LiveId" clId="{D84000FE-D9ED-4493-80B8-CE776FE82577}" dt="2026-03-12T07:05:14.285" v="561" actId="1076"/>
          <ac:picMkLst>
            <pc:docMk/>
            <pc:sldMk cId="2025739918" sldId="333"/>
            <ac:picMk id="9" creationId="{609A61A0-20C1-656C-1955-19C862E2E763}"/>
          </ac:picMkLst>
        </pc:picChg>
        <pc:picChg chg="add del mod">
          <ac:chgData name="Dandoti Sagar" userId="f12e5f940ffb70bd" providerId="LiveId" clId="{D84000FE-D9ED-4493-80B8-CE776FE82577}" dt="2026-03-12T09:27:50.290" v="712" actId="478"/>
          <ac:picMkLst>
            <pc:docMk/>
            <pc:sldMk cId="2025739918" sldId="333"/>
            <ac:picMk id="10" creationId="{45D29F7A-6C64-8727-B0A4-5DFEF5842A36}"/>
          </ac:picMkLst>
        </pc:picChg>
        <pc:picChg chg="add del">
          <ac:chgData name="Dandoti Sagar" userId="f12e5f940ffb70bd" providerId="LiveId" clId="{D84000FE-D9ED-4493-80B8-CE776FE82577}" dt="2026-03-12T09:28:33.186" v="714" actId="478"/>
          <ac:picMkLst>
            <pc:docMk/>
            <pc:sldMk cId="2025739918" sldId="333"/>
            <ac:picMk id="12" creationId="{AAE0DEA9-74DC-AB64-B446-375676B6D1D7}"/>
          </ac:picMkLst>
        </pc:picChg>
        <pc:picChg chg="add del">
          <ac:chgData name="Dandoti Sagar" userId="f12e5f940ffb70bd" providerId="LiveId" clId="{D84000FE-D9ED-4493-80B8-CE776FE82577}" dt="2026-03-12T09:28:45.538" v="716" actId="478"/>
          <ac:picMkLst>
            <pc:docMk/>
            <pc:sldMk cId="2025739918" sldId="333"/>
            <ac:picMk id="14" creationId="{88E38806-5189-E097-13B6-B56A41D63896}"/>
          </ac:picMkLst>
        </pc:picChg>
        <pc:picChg chg="add mod">
          <ac:chgData name="Dandoti Sagar" userId="f12e5f940ffb70bd" providerId="LiveId" clId="{D84000FE-D9ED-4493-80B8-CE776FE82577}" dt="2026-03-12T09:29:10.081" v="718" actId="1076"/>
          <ac:picMkLst>
            <pc:docMk/>
            <pc:sldMk cId="2025739918" sldId="333"/>
            <ac:picMk id="16" creationId="{9642F789-F98D-F9CD-4F06-D7784AF3B989}"/>
          </ac:picMkLst>
        </pc:picChg>
      </pc:sldChg>
      <pc:sldChg chg="addSp delSp modSp mod">
        <pc:chgData name="Dandoti Sagar" userId="f12e5f940ffb70bd" providerId="LiveId" clId="{D84000FE-D9ED-4493-80B8-CE776FE82577}" dt="2026-03-12T10:29:59.784" v="1558" actId="14100"/>
        <pc:sldMkLst>
          <pc:docMk/>
          <pc:sldMk cId="3283536429" sldId="334"/>
        </pc:sldMkLst>
        <pc:spChg chg="mod">
          <ac:chgData name="Dandoti Sagar" userId="f12e5f940ffb70bd" providerId="LiveId" clId="{D84000FE-D9ED-4493-80B8-CE776FE82577}" dt="2026-03-12T09:39:30.733" v="1089" actId="207"/>
          <ac:spMkLst>
            <pc:docMk/>
            <pc:sldMk cId="3283536429" sldId="334"/>
            <ac:spMk id="3" creationId="{C190FC01-3417-AD96-C3DD-3A6D4B68E256}"/>
          </ac:spMkLst>
        </pc:spChg>
        <pc:spChg chg="mod">
          <ac:chgData name="Dandoti Sagar" userId="f12e5f940ffb70bd" providerId="LiveId" clId="{D84000FE-D9ED-4493-80B8-CE776FE82577}" dt="2026-03-12T10:29:56.317" v="1557" actId="1076"/>
          <ac:spMkLst>
            <pc:docMk/>
            <pc:sldMk cId="3283536429" sldId="334"/>
            <ac:spMk id="6" creationId="{C0B7A05C-76B6-21A6-AAA2-EFB8793AF772}"/>
          </ac:spMkLst>
        </pc:spChg>
        <pc:picChg chg="del">
          <ac:chgData name="Dandoti Sagar" userId="f12e5f940ffb70bd" providerId="LiveId" clId="{D84000FE-D9ED-4493-80B8-CE776FE82577}" dt="2026-03-12T10:21:57.636" v="1438" actId="478"/>
          <ac:picMkLst>
            <pc:docMk/>
            <pc:sldMk cId="3283536429" sldId="334"/>
            <ac:picMk id="5" creationId="{75825BC4-9DC2-63A3-EA1A-BD9A381D3B1E}"/>
          </ac:picMkLst>
        </pc:picChg>
        <pc:picChg chg="add mod">
          <ac:chgData name="Dandoti Sagar" userId="f12e5f940ffb70bd" providerId="LiveId" clId="{D84000FE-D9ED-4493-80B8-CE776FE82577}" dt="2026-03-12T07:05:29.081" v="563" actId="1076"/>
          <ac:picMkLst>
            <pc:docMk/>
            <pc:sldMk cId="3283536429" sldId="334"/>
            <ac:picMk id="8" creationId="{2D33AD26-E995-6088-7297-61EE723F0535}"/>
          </ac:picMkLst>
        </pc:picChg>
        <pc:picChg chg="add del mod">
          <ac:chgData name="Dandoti Sagar" userId="f12e5f940ffb70bd" providerId="LiveId" clId="{D84000FE-D9ED-4493-80B8-CE776FE82577}" dt="2026-03-12T10:22:34.255" v="1443" actId="478"/>
          <ac:picMkLst>
            <pc:docMk/>
            <pc:sldMk cId="3283536429" sldId="334"/>
            <ac:picMk id="9" creationId="{71EACA9B-6623-9A31-94DC-3E3F0000D84D}"/>
          </ac:picMkLst>
        </pc:picChg>
        <pc:picChg chg="add mod">
          <ac:chgData name="Dandoti Sagar" userId="f12e5f940ffb70bd" providerId="LiveId" clId="{D84000FE-D9ED-4493-80B8-CE776FE82577}" dt="2026-03-12T10:29:59.784" v="1558" actId="14100"/>
          <ac:picMkLst>
            <pc:docMk/>
            <pc:sldMk cId="3283536429" sldId="334"/>
            <ac:picMk id="11" creationId="{41B58F49-6770-7FCD-5081-2EF9EB343C02}"/>
          </ac:picMkLst>
        </pc:picChg>
      </pc:sldChg>
      <pc:sldChg chg="addSp delSp modSp mod">
        <pc:chgData name="Dandoti Sagar" userId="f12e5f940ffb70bd" providerId="LiveId" clId="{D84000FE-D9ED-4493-80B8-CE776FE82577}" dt="2026-03-12T11:40:53.148" v="2067" actId="20577"/>
        <pc:sldMkLst>
          <pc:docMk/>
          <pc:sldMk cId="4254338082" sldId="335"/>
        </pc:sldMkLst>
        <pc:spChg chg="mod">
          <ac:chgData name="Dandoti Sagar" userId="f12e5f940ffb70bd" providerId="LiveId" clId="{D84000FE-D9ED-4493-80B8-CE776FE82577}" dt="2026-03-12T09:39:41.889" v="1091" actId="207"/>
          <ac:spMkLst>
            <pc:docMk/>
            <pc:sldMk cId="4254338082" sldId="335"/>
            <ac:spMk id="3" creationId="{60A667D1-7687-BBD1-A8DF-2212176AF409}"/>
          </ac:spMkLst>
        </pc:spChg>
        <pc:spChg chg="mod">
          <ac:chgData name="Dandoti Sagar" userId="f12e5f940ffb70bd" providerId="LiveId" clId="{D84000FE-D9ED-4493-80B8-CE776FE82577}" dt="2026-03-12T10:33:02.878" v="1595" actId="20577"/>
          <ac:spMkLst>
            <pc:docMk/>
            <pc:sldMk cId="4254338082" sldId="335"/>
            <ac:spMk id="5" creationId="{7C1C6428-BF85-4291-CAC0-6C698E809CCC}"/>
          </ac:spMkLst>
        </pc:spChg>
        <pc:spChg chg="mod">
          <ac:chgData name="Dandoti Sagar" userId="f12e5f940ffb70bd" providerId="LiveId" clId="{D84000FE-D9ED-4493-80B8-CE776FE82577}" dt="2026-03-12T11:40:53.148" v="2067" actId="20577"/>
          <ac:spMkLst>
            <pc:docMk/>
            <pc:sldMk cId="4254338082" sldId="335"/>
            <ac:spMk id="6" creationId="{DAFC8C1A-EF84-3741-2279-0CEB5B7E065E}"/>
          </ac:spMkLst>
        </pc:spChg>
        <pc:picChg chg="del">
          <ac:chgData name="Dandoti Sagar" userId="f12e5f940ffb70bd" providerId="LiveId" clId="{D84000FE-D9ED-4493-80B8-CE776FE82577}" dt="2026-03-12T09:29:49.713" v="727" actId="478"/>
          <ac:picMkLst>
            <pc:docMk/>
            <pc:sldMk cId="4254338082" sldId="335"/>
            <ac:picMk id="4" creationId="{F03E2B8A-2CF7-7948-F406-91D1CDD0880D}"/>
          </ac:picMkLst>
        </pc:picChg>
        <pc:picChg chg="add mod">
          <ac:chgData name="Dandoti Sagar" userId="f12e5f940ffb70bd" providerId="LiveId" clId="{D84000FE-D9ED-4493-80B8-CE776FE82577}" dt="2026-03-12T07:05:52.515" v="570" actId="1076"/>
          <ac:picMkLst>
            <pc:docMk/>
            <pc:sldMk cId="4254338082" sldId="335"/>
            <ac:picMk id="8" creationId="{ED793EC4-637C-D02B-B8C2-C308C30507C2}"/>
          </ac:picMkLst>
        </pc:picChg>
        <pc:picChg chg="add mod">
          <ac:chgData name="Dandoti Sagar" userId="f12e5f940ffb70bd" providerId="LiveId" clId="{D84000FE-D9ED-4493-80B8-CE776FE82577}" dt="2026-03-12T09:29:53.247" v="728" actId="1076"/>
          <ac:picMkLst>
            <pc:docMk/>
            <pc:sldMk cId="4254338082" sldId="335"/>
            <ac:picMk id="9" creationId="{7BA4CF43-3D49-AC1D-E555-E078BFCC0BC6}"/>
          </ac:picMkLst>
        </pc:picChg>
      </pc:sldChg>
      <pc:sldChg chg="addSp delSp modSp mod">
        <pc:chgData name="Dandoti Sagar" userId="f12e5f940ffb70bd" providerId="LiveId" clId="{D84000FE-D9ED-4493-80B8-CE776FE82577}" dt="2026-03-12T11:51:48.394" v="2112" actId="1076"/>
        <pc:sldMkLst>
          <pc:docMk/>
          <pc:sldMk cId="3384767139" sldId="336"/>
        </pc:sldMkLst>
        <pc:picChg chg="add del mod">
          <ac:chgData name="Dandoti Sagar" userId="f12e5f940ffb70bd" providerId="LiveId" clId="{D84000FE-D9ED-4493-80B8-CE776FE82577}" dt="2026-03-12T11:50:44.004" v="2100" actId="21"/>
          <ac:picMkLst>
            <pc:docMk/>
            <pc:sldMk cId="3384767139" sldId="336"/>
            <ac:picMk id="2" creationId="{11C1F98B-EA8B-37AD-105A-612B7D5A9EF6}"/>
          </ac:picMkLst>
        </pc:picChg>
        <pc:picChg chg="add mod modCrop">
          <ac:chgData name="Dandoti Sagar" userId="f12e5f940ffb70bd" providerId="LiveId" clId="{D84000FE-D9ED-4493-80B8-CE776FE82577}" dt="2026-03-12T11:51:48.394" v="2112" actId="1076"/>
          <ac:picMkLst>
            <pc:docMk/>
            <pc:sldMk cId="3384767139" sldId="336"/>
            <ac:picMk id="4" creationId="{A28E9AAE-E74F-8301-3CC7-D16F7BE2FBD5}"/>
          </ac:picMkLst>
        </pc:picChg>
        <pc:picChg chg="del mod">
          <ac:chgData name="Dandoti Sagar" userId="f12e5f940ffb70bd" providerId="LiveId" clId="{D84000FE-D9ED-4493-80B8-CE776FE82577}" dt="2026-03-12T10:46:13.615" v="1916" actId="478"/>
          <ac:picMkLst>
            <pc:docMk/>
            <pc:sldMk cId="3384767139" sldId="336"/>
            <ac:picMk id="2050" creationId="{F5675FDA-0BB9-3B59-F954-5AD8C1F70A8A}"/>
          </ac:picMkLst>
        </pc:picChg>
        <pc:picChg chg="add del mod">
          <ac:chgData name="Dandoti Sagar" userId="f12e5f940ffb70bd" providerId="LiveId" clId="{D84000FE-D9ED-4493-80B8-CE776FE82577}" dt="2026-03-12T11:50:27.438" v="2097" actId="21"/>
          <ac:picMkLst>
            <pc:docMk/>
            <pc:sldMk cId="3384767139" sldId="336"/>
            <ac:picMk id="3074" creationId="{11C1F98B-EA8B-37AD-105A-612B7D5A9EF6}"/>
          </ac:picMkLst>
        </pc:picChg>
      </pc:sldChg>
      <pc:sldChg chg="addSp delSp modSp mod">
        <pc:chgData name="Dandoti Sagar" userId="f12e5f940ffb70bd" providerId="LiveId" clId="{D84000FE-D9ED-4493-80B8-CE776FE82577}" dt="2026-03-12T10:29:19.209" v="1555" actId="255"/>
        <pc:sldMkLst>
          <pc:docMk/>
          <pc:sldMk cId="2748691639" sldId="337"/>
        </pc:sldMkLst>
        <pc:spChg chg="mod">
          <ac:chgData name="Dandoti Sagar" userId="f12e5f940ffb70bd" providerId="LiveId" clId="{D84000FE-D9ED-4493-80B8-CE776FE82577}" dt="2026-03-12T09:40:15.511" v="1092" actId="255"/>
          <ac:spMkLst>
            <pc:docMk/>
            <pc:sldMk cId="2748691639" sldId="337"/>
            <ac:spMk id="7" creationId="{B99CB824-344F-3805-B40E-8FCB0591C63C}"/>
          </ac:spMkLst>
        </pc:spChg>
        <pc:spChg chg="add mod">
          <ac:chgData name="Dandoti Sagar" userId="f12e5f940ffb70bd" providerId="LiveId" clId="{D84000FE-D9ED-4493-80B8-CE776FE82577}" dt="2026-03-12T10:26:45.712" v="1520" actId="14100"/>
          <ac:spMkLst>
            <pc:docMk/>
            <pc:sldMk cId="2748691639" sldId="337"/>
            <ac:spMk id="9" creationId="{C9DE3F46-8C96-9353-3E90-B8C06CBAF918}"/>
          </ac:spMkLst>
        </pc:spChg>
        <pc:spChg chg="del mod">
          <ac:chgData name="Dandoti Sagar" userId="f12e5f940ffb70bd" providerId="LiveId" clId="{D84000FE-D9ED-4493-80B8-CE776FE82577}" dt="2026-03-12T10:16:37.690" v="1400" actId="478"/>
          <ac:spMkLst>
            <pc:docMk/>
            <pc:sldMk cId="2748691639" sldId="337"/>
            <ac:spMk id="12" creationId="{57D91F35-76CB-7268-2244-13BE9B2590F3}"/>
          </ac:spMkLst>
        </pc:spChg>
        <pc:spChg chg="mod">
          <ac:chgData name="Dandoti Sagar" userId="f12e5f940ffb70bd" providerId="LiveId" clId="{D84000FE-D9ED-4493-80B8-CE776FE82577}" dt="2026-03-12T10:29:19.209" v="1555" actId="255"/>
          <ac:spMkLst>
            <pc:docMk/>
            <pc:sldMk cId="2748691639" sldId="337"/>
            <ac:spMk id="14" creationId="{73C090A7-3C91-302C-372A-63F367400BE2}"/>
          </ac:spMkLst>
        </pc:spChg>
        <pc:picChg chg="add mod">
          <ac:chgData name="Dandoti Sagar" userId="f12e5f940ffb70bd" providerId="LiveId" clId="{D84000FE-D9ED-4493-80B8-CE776FE82577}" dt="2026-03-12T07:06:01.641" v="572" actId="1076"/>
          <ac:picMkLst>
            <pc:docMk/>
            <pc:sldMk cId="2748691639" sldId="337"/>
            <ac:picMk id="5" creationId="{B4E68454-7F74-CED9-8604-D381F74AA008}"/>
          </ac:picMkLst>
        </pc:picChg>
        <pc:picChg chg="add mod">
          <ac:chgData name="Dandoti Sagar" userId="f12e5f940ffb70bd" providerId="LiveId" clId="{D84000FE-D9ED-4493-80B8-CE776FE82577}" dt="2026-03-12T10:26:36.803" v="1518" actId="14100"/>
          <ac:picMkLst>
            <pc:docMk/>
            <pc:sldMk cId="2748691639" sldId="337"/>
            <ac:picMk id="6" creationId="{FF384BFF-1AFD-4B9D-3358-A32FB37289A9}"/>
          </ac:picMkLst>
        </pc:picChg>
        <pc:picChg chg="del">
          <ac:chgData name="Dandoti Sagar" userId="f12e5f940ffb70bd" providerId="LiveId" clId="{D84000FE-D9ED-4493-80B8-CE776FE82577}" dt="2026-03-12T10:16:33.509" v="1398" actId="478"/>
          <ac:picMkLst>
            <pc:docMk/>
            <pc:sldMk cId="2748691639" sldId="337"/>
            <ac:picMk id="8" creationId="{C0A24F0F-B7C4-A78E-B538-C423E0751F71}"/>
          </ac:picMkLst>
        </pc:picChg>
        <pc:picChg chg="del mod">
          <ac:chgData name="Dandoti Sagar" userId="f12e5f940ffb70bd" providerId="LiveId" clId="{D84000FE-D9ED-4493-80B8-CE776FE82577}" dt="2026-03-12T10:17:16.140" v="1402" actId="478"/>
          <ac:picMkLst>
            <pc:docMk/>
            <pc:sldMk cId="2748691639" sldId="337"/>
            <ac:picMk id="10" creationId="{E5FE4C11-A5F8-3B05-E81E-0DFC5B409A9D}"/>
          </ac:picMkLst>
        </pc:picChg>
      </pc:sldChg>
      <pc:sldChg chg="addSp delSp modSp mod">
        <pc:chgData name="Dandoti Sagar" userId="f12e5f940ffb70bd" providerId="LiveId" clId="{D84000FE-D9ED-4493-80B8-CE776FE82577}" dt="2026-03-12T10:28:45.503" v="1553" actId="2710"/>
        <pc:sldMkLst>
          <pc:docMk/>
          <pc:sldMk cId="790159427" sldId="338"/>
        </pc:sldMkLst>
        <pc:spChg chg="del mod">
          <ac:chgData name="Dandoti Sagar" userId="f12e5f940ffb70bd" providerId="LiveId" clId="{D84000FE-D9ED-4493-80B8-CE776FE82577}" dt="2026-03-12T10:24:38.015" v="1451" actId="478"/>
          <ac:spMkLst>
            <pc:docMk/>
            <pc:sldMk cId="790159427" sldId="338"/>
            <ac:spMk id="5" creationId="{C4424CF2-396E-09F4-4D60-C1E2FEEA2F8E}"/>
          </ac:spMkLst>
        </pc:spChg>
        <pc:spChg chg="mod">
          <ac:chgData name="Dandoti Sagar" userId="f12e5f940ffb70bd" providerId="LiveId" clId="{D84000FE-D9ED-4493-80B8-CE776FE82577}" dt="2026-03-12T09:40:36.465" v="1095" actId="255"/>
          <ac:spMkLst>
            <pc:docMk/>
            <pc:sldMk cId="790159427" sldId="338"/>
            <ac:spMk id="6" creationId="{826614ED-3A40-2A4B-BCC1-A984A46564DB}"/>
          </ac:spMkLst>
        </pc:spChg>
        <pc:spChg chg="add mod">
          <ac:chgData name="Dandoti Sagar" userId="f12e5f940ffb70bd" providerId="LiveId" clId="{D84000FE-D9ED-4493-80B8-CE776FE82577}" dt="2026-03-12T10:28:45.503" v="1553" actId="2710"/>
          <ac:spMkLst>
            <pc:docMk/>
            <pc:sldMk cId="790159427" sldId="338"/>
            <ac:spMk id="10" creationId="{790D9895-59CF-7FF4-2068-0A48F1B6C06A}"/>
          </ac:spMkLst>
        </pc:spChg>
        <pc:picChg chg="del">
          <ac:chgData name="Dandoti Sagar" userId="f12e5f940ffb70bd" providerId="LiveId" clId="{D84000FE-D9ED-4493-80B8-CE776FE82577}" dt="2026-03-12T09:31:07.185" v="733" actId="478"/>
          <ac:picMkLst>
            <pc:docMk/>
            <pc:sldMk cId="790159427" sldId="338"/>
            <ac:picMk id="4" creationId="{56EC727D-3807-6373-E531-078E038380F3}"/>
          </ac:picMkLst>
        </pc:picChg>
        <pc:picChg chg="add mod">
          <ac:chgData name="Dandoti Sagar" userId="f12e5f940ffb70bd" providerId="LiveId" clId="{D84000FE-D9ED-4493-80B8-CE776FE82577}" dt="2026-03-12T07:06:44.491" v="592" actId="1076"/>
          <ac:picMkLst>
            <pc:docMk/>
            <pc:sldMk cId="790159427" sldId="338"/>
            <ac:picMk id="8" creationId="{2DD62D81-DBD3-912F-FEA5-C977D65EC053}"/>
          </ac:picMkLst>
        </pc:picChg>
        <pc:picChg chg="add mod">
          <ac:chgData name="Dandoti Sagar" userId="f12e5f940ffb70bd" providerId="LiveId" clId="{D84000FE-D9ED-4493-80B8-CE776FE82577}" dt="2026-03-12T09:31:21.263" v="738" actId="14100"/>
          <ac:picMkLst>
            <pc:docMk/>
            <pc:sldMk cId="790159427" sldId="338"/>
            <ac:picMk id="9" creationId="{572D1344-7504-D0F9-8734-CAE34BA9AC1D}"/>
          </ac:picMkLst>
        </pc:picChg>
      </pc:sldChg>
      <pc:sldChg chg="addSp delSp modSp mod">
        <pc:chgData name="Dandoti Sagar" userId="f12e5f940ffb70bd" providerId="LiveId" clId="{D84000FE-D9ED-4493-80B8-CE776FE82577}" dt="2026-03-12T09:41:26" v="1125" actId="207"/>
        <pc:sldMkLst>
          <pc:docMk/>
          <pc:sldMk cId="2336604578" sldId="340"/>
        </pc:sldMkLst>
        <pc:spChg chg="del mod">
          <ac:chgData name="Dandoti Sagar" userId="f12e5f940ffb70bd" providerId="LiveId" clId="{D84000FE-D9ED-4493-80B8-CE776FE82577}" dt="2026-03-11T06:37:49.254" v="104" actId="478"/>
          <ac:spMkLst>
            <pc:docMk/>
            <pc:sldMk cId="2336604578" sldId="340"/>
            <ac:spMk id="3" creationId="{AF23610F-2276-679D-91D6-6E9B04085370}"/>
          </ac:spMkLst>
        </pc:spChg>
        <pc:spChg chg="mod">
          <ac:chgData name="Dandoti Sagar" userId="f12e5f940ffb70bd" providerId="LiveId" clId="{D84000FE-D9ED-4493-80B8-CE776FE82577}" dt="2026-03-11T06:41:36.554" v="165" actId="1076"/>
          <ac:spMkLst>
            <pc:docMk/>
            <pc:sldMk cId="2336604578" sldId="340"/>
            <ac:spMk id="4" creationId="{A2F5ABAC-AD4D-E338-DF8A-76BC3AC46D95}"/>
          </ac:spMkLst>
        </pc:spChg>
        <pc:spChg chg="mod">
          <ac:chgData name="Dandoti Sagar" userId="f12e5f940ffb70bd" providerId="LiveId" clId="{D84000FE-D9ED-4493-80B8-CE776FE82577}" dt="2026-03-12T09:41:26" v="1125" actId="207"/>
          <ac:spMkLst>
            <pc:docMk/>
            <pc:sldMk cId="2336604578" sldId="340"/>
            <ac:spMk id="5" creationId="{86116367-493E-6B31-8D7C-C0EF2475BCDC}"/>
          </ac:spMkLst>
        </pc:spChg>
        <pc:spChg chg="add del">
          <ac:chgData name="Dandoti Sagar" userId="f12e5f940ffb70bd" providerId="LiveId" clId="{D84000FE-D9ED-4493-80B8-CE776FE82577}" dt="2026-03-11T06:37:49.254" v="104" actId="478"/>
          <ac:spMkLst>
            <pc:docMk/>
            <pc:sldMk cId="2336604578" sldId="340"/>
            <ac:spMk id="6" creationId="{F8FDAB4B-92D1-4086-1E66-E22806F220D6}"/>
          </ac:spMkLst>
        </pc:spChg>
        <pc:spChg chg="add mod">
          <ac:chgData name="Dandoti Sagar" userId="f12e5f940ffb70bd" providerId="LiveId" clId="{D84000FE-D9ED-4493-80B8-CE776FE82577}" dt="2026-03-12T09:31:40.093" v="739" actId="12"/>
          <ac:spMkLst>
            <pc:docMk/>
            <pc:sldMk cId="2336604578" sldId="340"/>
            <ac:spMk id="7" creationId="{65CCD00C-21F1-EFC0-FC89-AFF353DDA1C7}"/>
          </ac:spMkLst>
        </pc:spChg>
        <pc:picChg chg="add mod">
          <ac:chgData name="Dandoti Sagar" userId="f12e5f940ffb70bd" providerId="LiveId" clId="{D84000FE-D9ED-4493-80B8-CE776FE82577}" dt="2026-03-12T07:06:52.092" v="594" actId="1076"/>
          <ac:picMkLst>
            <pc:docMk/>
            <pc:sldMk cId="2336604578" sldId="340"/>
            <ac:picMk id="6" creationId="{8BCE9BB2-415F-3312-9BD3-08A299A01D8E}"/>
          </ac:picMkLst>
        </pc:picChg>
      </pc:sldChg>
      <pc:sldChg chg="addSp delSp modSp mod">
        <pc:chgData name="Dandoti Sagar" userId="f12e5f940ffb70bd" providerId="LiveId" clId="{D84000FE-D9ED-4493-80B8-CE776FE82577}" dt="2026-03-12T11:41:25.520" v="2079" actId="20577"/>
        <pc:sldMkLst>
          <pc:docMk/>
          <pc:sldMk cId="1413054087" sldId="341"/>
        </pc:sldMkLst>
        <pc:spChg chg="del mod">
          <ac:chgData name="Dandoti Sagar" userId="f12e5f940ffb70bd" providerId="LiveId" clId="{D84000FE-D9ED-4493-80B8-CE776FE82577}" dt="2026-03-11T06:36:42.624" v="101"/>
          <ac:spMkLst>
            <pc:docMk/>
            <pc:sldMk cId="1413054087" sldId="341"/>
            <ac:spMk id="3" creationId="{AA0BBEB2-C83C-3EAE-F6A5-4BB09A904C64}"/>
          </ac:spMkLst>
        </pc:spChg>
        <pc:spChg chg="mod">
          <ac:chgData name="Dandoti Sagar" userId="f12e5f940ffb70bd" providerId="LiveId" clId="{D84000FE-D9ED-4493-80B8-CE776FE82577}" dt="2026-03-11T06:36:22.764" v="90" actId="1076"/>
          <ac:spMkLst>
            <pc:docMk/>
            <pc:sldMk cId="1413054087" sldId="341"/>
            <ac:spMk id="4" creationId="{99628F7F-5AB6-840A-42D0-B6B43886EE23}"/>
          </ac:spMkLst>
        </pc:spChg>
        <pc:spChg chg="mod">
          <ac:chgData name="Dandoti Sagar" userId="f12e5f940ffb70bd" providerId="LiveId" clId="{D84000FE-D9ED-4493-80B8-CE776FE82577}" dt="2026-03-12T09:41:47.226" v="1147" actId="255"/>
          <ac:spMkLst>
            <pc:docMk/>
            <pc:sldMk cId="1413054087" sldId="341"/>
            <ac:spMk id="5" creationId="{E03857FA-2788-3100-C53C-364100535BAE}"/>
          </ac:spMkLst>
        </pc:spChg>
        <pc:spChg chg="add mod">
          <ac:chgData name="Dandoti Sagar" userId="f12e5f940ffb70bd" providerId="LiveId" clId="{D84000FE-D9ED-4493-80B8-CE776FE82577}" dt="2026-03-12T11:41:25.520" v="2079" actId="20577"/>
          <ac:spMkLst>
            <pc:docMk/>
            <pc:sldMk cId="1413054087" sldId="341"/>
            <ac:spMk id="6" creationId="{0E8E7B9D-6C74-9058-AE5F-2F3C164D8F11}"/>
          </ac:spMkLst>
        </pc:spChg>
        <pc:picChg chg="add mod">
          <ac:chgData name="Dandoti Sagar" userId="f12e5f940ffb70bd" providerId="LiveId" clId="{D84000FE-D9ED-4493-80B8-CE776FE82577}" dt="2026-03-12T07:06:58.267" v="596" actId="1076"/>
          <ac:picMkLst>
            <pc:docMk/>
            <pc:sldMk cId="1413054087" sldId="341"/>
            <ac:picMk id="7" creationId="{44D0806E-2B5F-8F73-428B-DBB7CFA7A0F6}"/>
          </ac:picMkLst>
        </pc:picChg>
      </pc:sldChg>
      <pc:sldChg chg="addSp modSp mod">
        <pc:chgData name="Dandoti Sagar" userId="f12e5f940ffb70bd" providerId="LiveId" clId="{D84000FE-D9ED-4493-80B8-CE776FE82577}" dt="2026-03-12T10:39:59.648" v="1658" actId="1076"/>
        <pc:sldMkLst>
          <pc:docMk/>
          <pc:sldMk cId="1117933998" sldId="342"/>
        </pc:sldMkLst>
        <pc:spChg chg="mod">
          <ac:chgData name="Dandoti Sagar" userId="f12e5f940ffb70bd" providerId="LiveId" clId="{D84000FE-D9ED-4493-80B8-CE776FE82577}" dt="2026-03-12T10:39:59.648" v="1658" actId="1076"/>
          <ac:spMkLst>
            <pc:docMk/>
            <pc:sldMk cId="1117933998" sldId="342"/>
            <ac:spMk id="3" creationId="{1E04F187-13A2-47E5-1044-F52EE30BDAE3}"/>
          </ac:spMkLst>
        </pc:spChg>
        <pc:spChg chg="mod">
          <ac:chgData name="Dandoti Sagar" userId="f12e5f940ffb70bd" providerId="LiveId" clId="{D84000FE-D9ED-4493-80B8-CE776FE82577}" dt="2026-03-12T10:39:54.147" v="1657" actId="1076"/>
          <ac:spMkLst>
            <pc:docMk/>
            <pc:sldMk cId="1117933998" sldId="342"/>
            <ac:spMk id="4" creationId="{85B3C772-DC5F-5842-D408-4555D8DC09FA}"/>
          </ac:spMkLst>
        </pc:spChg>
        <pc:spChg chg="mod">
          <ac:chgData name="Dandoti Sagar" userId="f12e5f940ffb70bd" providerId="LiveId" clId="{D84000FE-D9ED-4493-80B8-CE776FE82577}" dt="2026-03-12T09:36:02.683" v="953" actId="207"/>
          <ac:spMkLst>
            <pc:docMk/>
            <pc:sldMk cId="1117933998" sldId="342"/>
            <ac:spMk id="8" creationId="{3B70242D-BE8F-FEF3-4B05-58E6CE13F762}"/>
          </ac:spMkLst>
        </pc:spChg>
        <pc:picChg chg="add mod">
          <ac:chgData name="Dandoti Sagar" userId="f12e5f940ffb70bd" providerId="LiveId" clId="{D84000FE-D9ED-4493-80B8-CE776FE82577}" dt="2026-03-12T07:04:06.356" v="547" actId="1076"/>
          <ac:picMkLst>
            <pc:docMk/>
            <pc:sldMk cId="1117933998" sldId="342"/>
            <ac:picMk id="5" creationId="{43CA14E6-37B2-C7B5-87DF-9F205C49FD70}"/>
          </ac:picMkLst>
        </pc:picChg>
      </pc:sldChg>
      <pc:sldChg chg="addSp delSp modSp mod">
        <pc:chgData name="Dandoti Sagar" userId="f12e5f940ffb70bd" providerId="LiveId" clId="{D84000FE-D9ED-4493-80B8-CE776FE82577}" dt="2026-03-12T10:28:33.607" v="1552" actId="255"/>
        <pc:sldMkLst>
          <pc:docMk/>
          <pc:sldMk cId="4169958645" sldId="343"/>
        </pc:sldMkLst>
        <pc:spChg chg="mod">
          <ac:chgData name="Dandoti Sagar" userId="f12e5f940ffb70bd" providerId="LiveId" clId="{D84000FE-D9ED-4493-80B8-CE776FE82577}" dt="2026-03-12T09:40:25.449" v="1093" actId="255"/>
          <ac:spMkLst>
            <pc:docMk/>
            <pc:sldMk cId="4169958645" sldId="343"/>
            <ac:spMk id="7" creationId="{49912329-48A5-83ED-7BEE-2ED5851ADD27}"/>
          </ac:spMkLst>
        </pc:spChg>
        <pc:spChg chg="add mod">
          <ac:chgData name="Dandoti Sagar" userId="f12e5f940ffb70bd" providerId="LiveId" clId="{D84000FE-D9ED-4493-80B8-CE776FE82577}" dt="2026-03-12T10:27:21.338" v="1536" actId="14100"/>
          <ac:spMkLst>
            <pc:docMk/>
            <pc:sldMk cId="4169958645" sldId="343"/>
            <ac:spMk id="10" creationId="{0D6C1500-BE2D-989D-62A2-B2F0C62F97F6}"/>
          </ac:spMkLst>
        </pc:spChg>
        <pc:spChg chg="mod">
          <ac:chgData name="Dandoti Sagar" userId="f12e5f940ffb70bd" providerId="LiveId" clId="{D84000FE-D9ED-4493-80B8-CE776FE82577}" dt="2026-03-12T10:28:33.607" v="1552" actId="255"/>
          <ac:spMkLst>
            <pc:docMk/>
            <pc:sldMk cId="4169958645" sldId="343"/>
            <ac:spMk id="11" creationId="{0DB6B6BF-C0C3-DD2C-9FDE-2904840FDB76}"/>
          </ac:spMkLst>
        </pc:spChg>
        <pc:spChg chg="del mod">
          <ac:chgData name="Dandoti Sagar" userId="f12e5f940ffb70bd" providerId="LiveId" clId="{D84000FE-D9ED-4493-80B8-CE776FE82577}" dt="2026-03-12T10:19:10.913" v="1415" actId="478"/>
          <ac:spMkLst>
            <pc:docMk/>
            <pc:sldMk cId="4169958645" sldId="343"/>
            <ac:spMk id="13" creationId="{4EB63F2B-9EFF-0BF5-C67C-CE934D8D90ED}"/>
          </ac:spMkLst>
        </pc:spChg>
        <pc:picChg chg="del">
          <ac:chgData name="Dandoti Sagar" userId="f12e5f940ffb70bd" providerId="LiveId" clId="{D84000FE-D9ED-4493-80B8-CE776FE82577}" dt="2026-03-12T10:19:06.641" v="1414" actId="478"/>
          <ac:picMkLst>
            <pc:docMk/>
            <pc:sldMk cId="4169958645" sldId="343"/>
            <ac:picMk id="5" creationId="{ED0235D1-0620-EBDC-73DA-8B5309945DE1}"/>
          </ac:picMkLst>
        </pc:picChg>
        <pc:picChg chg="add mod">
          <ac:chgData name="Dandoti Sagar" userId="f12e5f940ffb70bd" providerId="LiveId" clId="{D84000FE-D9ED-4493-80B8-CE776FE82577}" dt="2026-03-12T07:06:37.464" v="590" actId="1076"/>
          <ac:picMkLst>
            <pc:docMk/>
            <pc:sldMk cId="4169958645" sldId="343"/>
            <ac:picMk id="6" creationId="{AC20EB03-38F6-8862-FD9F-50A27C432521}"/>
          </ac:picMkLst>
        </pc:picChg>
        <pc:picChg chg="add mod">
          <ac:chgData name="Dandoti Sagar" userId="f12e5f940ffb70bd" providerId="LiveId" clId="{D84000FE-D9ED-4493-80B8-CE776FE82577}" dt="2026-03-12T10:27:23.822" v="1537" actId="1076"/>
          <ac:picMkLst>
            <pc:docMk/>
            <pc:sldMk cId="4169958645" sldId="343"/>
            <ac:picMk id="8" creationId="{5FF2CA11-9062-5390-5842-61B22FAD37D3}"/>
          </ac:picMkLst>
        </pc:picChg>
        <pc:picChg chg="del">
          <ac:chgData name="Dandoti Sagar" userId="f12e5f940ffb70bd" providerId="LiveId" clId="{D84000FE-D9ED-4493-80B8-CE776FE82577}" dt="2026-03-12T10:19:58.492" v="1416" actId="478"/>
          <ac:picMkLst>
            <pc:docMk/>
            <pc:sldMk cId="4169958645" sldId="343"/>
            <ac:picMk id="9" creationId="{500A46B3-A0FE-BFA1-900B-583FDC98178A}"/>
          </ac:picMkLst>
        </pc:picChg>
      </pc:sldChg>
      <pc:sldChg chg="addSp delSp modSp add mod ord">
        <pc:chgData name="Dandoti Sagar" userId="f12e5f940ffb70bd" providerId="LiveId" clId="{D84000FE-D9ED-4493-80B8-CE776FE82577}" dt="2026-03-12T11:32:58.746" v="1961" actId="20577"/>
        <pc:sldMkLst>
          <pc:docMk/>
          <pc:sldMk cId="3425051131" sldId="344"/>
        </pc:sldMkLst>
        <pc:spChg chg="add">
          <ac:chgData name="Dandoti Sagar" userId="f12e5f940ffb70bd" providerId="LiveId" clId="{D84000FE-D9ED-4493-80B8-CE776FE82577}" dt="2026-03-11T06:31:16.760" v="10"/>
          <ac:spMkLst>
            <pc:docMk/>
            <pc:sldMk cId="3425051131" sldId="344"/>
            <ac:spMk id="2" creationId="{2258DA1E-BAA3-80B0-7158-4906DA22DB62}"/>
          </ac:spMkLst>
        </pc:spChg>
        <pc:spChg chg="del mod">
          <ac:chgData name="Dandoti Sagar" userId="f12e5f940ffb70bd" providerId="LiveId" clId="{D84000FE-D9ED-4493-80B8-CE776FE82577}" dt="2026-03-11T06:31:08.407" v="8" actId="478"/>
          <ac:spMkLst>
            <pc:docMk/>
            <pc:sldMk cId="3425051131" sldId="344"/>
            <ac:spMk id="4" creationId="{F5342B9B-303E-918B-B622-E3791A856235}"/>
          </ac:spMkLst>
        </pc:spChg>
        <pc:spChg chg="del">
          <ac:chgData name="Dandoti Sagar" userId="f12e5f940ffb70bd" providerId="LiveId" clId="{D84000FE-D9ED-4493-80B8-CE776FE82577}" dt="2026-03-11T06:31:11.884" v="9" actId="478"/>
          <ac:spMkLst>
            <pc:docMk/>
            <pc:sldMk cId="3425051131" sldId="344"/>
            <ac:spMk id="5" creationId="{24C6CCA6-18D7-F4CA-DCA1-D6F547B385C6}"/>
          </ac:spMkLst>
        </pc:spChg>
        <pc:spChg chg="mod">
          <ac:chgData name="Dandoti Sagar" userId="f12e5f940ffb70bd" providerId="LiveId" clId="{D84000FE-D9ED-4493-80B8-CE776FE82577}" dt="2026-03-12T09:33:51.433" v="798" actId="20577"/>
          <ac:spMkLst>
            <pc:docMk/>
            <pc:sldMk cId="3425051131" sldId="344"/>
            <ac:spMk id="6" creationId="{BFCFA5CD-7CBE-61D5-E5B9-EC83540F785E}"/>
          </ac:spMkLst>
        </pc:spChg>
        <pc:spChg chg="add mod">
          <ac:chgData name="Dandoti Sagar" userId="f12e5f940ffb70bd" providerId="LiveId" clId="{D84000FE-D9ED-4493-80B8-CE776FE82577}" dt="2026-03-11T06:31:31.843" v="12"/>
          <ac:spMkLst>
            <pc:docMk/>
            <pc:sldMk cId="3425051131" sldId="344"/>
            <ac:spMk id="7" creationId="{E17E8632-B135-7FCA-E16D-9E0587970A8D}"/>
          </ac:spMkLst>
        </pc:spChg>
        <pc:spChg chg="add del">
          <ac:chgData name="Dandoti Sagar" userId="f12e5f940ffb70bd" providerId="LiveId" clId="{D84000FE-D9ED-4493-80B8-CE776FE82577}" dt="2026-03-11T06:31:39.244" v="15" actId="478"/>
          <ac:spMkLst>
            <pc:docMk/>
            <pc:sldMk cId="3425051131" sldId="344"/>
            <ac:spMk id="8" creationId="{55FED194-43F8-DF3B-7848-433E475F3324}"/>
          </ac:spMkLst>
        </pc:spChg>
        <pc:spChg chg="add mod">
          <ac:chgData name="Dandoti Sagar" userId="f12e5f940ffb70bd" providerId="LiveId" clId="{D84000FE-D9ED-4493-80B8-CE776FE82577}" dt="2026-03-12T11:32:58.746" v="1961" actId="20577"/>
          <ac:spMkLst>
            <pc:docMk/>
            <pc:sldMk cId="3425051131" sldId="344"/>
            <ac:spMk id="9" creationId="{FFAC2F19-1776-EFF5-1981-63500CA2592C}"/>
          </ac:spMkLst>
        </pc:spChg>
        <pc:spChg chg="del">
          <ac:chgData name="Dandoti Sagar" userId="f12e5f940ffb70bd" providerId="LiveId" clId="{D84000FE-D9ED-4493-80B8-CE776FE82577}" dt="2026-03-11T06:34:06.102" v="42" actId="478"/>
          <ac:spMkLst>
            <pc:docMk/>
            <pc:sldMk cId="3425051131" sldId="344"/>
            <ac:spMk id="17" creationId="{A559E8DA-BE93-AB56-46D6-FFBB91069720}"/>
          </ac:spMkLst>
        </pc:spChg>
        <pc:spChg chg="del mod">
          <ac:chgData name="Dandoti Sagar" userId="f12e5f940ffb70bd" providerId="LiveId" clId="{D84000FE-D9ED-4493-80B8-CE776FE82577}" dt="2026-03-11T06:31:39.244" v="15" actId="478"/>
          <ac:spMkLst>
            <pc:docMk/>
            <pc:sldMk cId="3425051131" sldId="344"/>
            <ac:spMk id="21" creationId="{8E7F54F7-9461-57CB-7837-2F90FE34E0A5}"/>
          </ac:spMkLst>
        </pc:spChg>
        <pc:picChg chg="add mod">
          <ac:chgData name="Dandoti Sagar" userId="f12e5f940ffb70bd" providerId="LiveId" clId="{D84000FE-D9ED-4493-80B8-CE776FE82577}" dt="2026-03-12T07:03:18.008" v="534" actId="1076"/>
          <ac:picMkLst>
            <pc:docMk/>
            <pc:sldMk cId="3425051131" sldId="344"/>
            <ac:picMk id="4" creationId="{006B17D8-1F3F-F601-579C-D83FDAF9E375}"/>
          </ac:picMkLst>
        </pc:picChg>
        <pc:picChg chg="del">
          <ac:chgData name="Dandoti Sagar" userId="f12e5f940ffb70bd" providerId="LiveId" clId="{D84000FE-D9ED-4493-80B8-CE776FE82577}" dt="2026-03-11T06:31:01.654" v="5" actId="478"/>
          <ac:picMkLst>
            <pc:docMk/>
            <pc:sldMk cId="3425051131" sldId="344"/>
            <ac:picMk id="27" creationId="{BF180C6E-E801-FBFA-9F0A-9ECC59C748C6}"/>
          </ac:picMkLst>
        </pc:picChg>
        <pc:picChg chg="del">
          <ac:chgData name="Dandoti Sagar" userId="f12e5f940ffb70bd" providerId="LiveId" clId="{D84000FE-D9ED-4493-80B8-CE776FE82577}" dt="2026-03-11T06:31:03.209" v="6" actId="478"/>
          <ac:picMkLst>
            <pc:docMk/>
            <pc:sldMk cId="3425051131" sldId="344"/>
            <ac:picMk id="29" creationId="{A06EF40E-4972-65CA-2EE5-EE92E4567A25}"/>
          </ac:picMkLst>
        </pc:picChg>
      </pc:sldChg>
      <pc:sldChg chg="new del">
        <pc:chgData name="Dandoti Sagar" userId="f12e5f940ffb70bd" providerId="LiveId" clId="{D84000FE-D9ED-4493-80B8-CE776FE82577}" dt="2026-03-11T06:47:59.782" v="222" actId="47"/>
        <pc:sldMkLst>
          <pc:docMk/>
          <pc:sldMk cId="3043862316" sldId="345"/>
        </pc:sldMkLst>
      </pc:sldChg>
      <pc:sldChg chg="addSp delSp modSp add mod ord">
        <pc:chgData name="Dandoti Sagar" userId="f12e5f940ffb70bd" providerId="LiveId" clId="{D84000FE-D9ED-4493-80B8-CE776FE82577}" dt="2026-03-12T11:43:15.267" v="2096" actId="20577"/>
        <pc:sldMkLst>
          <pc:docMk/>
          <pc:sldMk cId="2959053086" sldId="346"/>
        </pc:sldMkLst>
        <pc:spChg chg="add mod">
          <ac:chgData name="Dandoti Sagar" userId="f12e5f940ffb70bd" providerId="LiveId" clId="{D84000FE-D9ED-4493-80B8-CE776FE82577}" dt="2026-03-12T10:45:45.844" v="1913" actId="1076"/>
          <ac:spMkLst>
            <pc:docMk/>
            <pc:sldMk cId="2959053086" sldId="346"/>
            <ac:spMk id="4" creationId="{E6DCC6EB-FDD4-DEAF-D799-92FEAB47EE87}"/>
          </ac:spMkLst>
        </pc:spChg>
        <pc:spChg chg="mod">
          <ac:chgData name="Dandoti Sagar" userId="f12e5f940ffb70bd" providerId="LiveId" clId="{D84000FE-D9ED-4493-80B8-CE776FE82577}" dt="2026-03-12T11:38:59.024" v="2029" actId="20577"/>
          <ac:spMkLst>
            <pc:docMk/>
            <pc:sldMk cId="2959053086" sldId="346"/>
            <ac:spMk id="5" creationId="{8928F3FC-B12F-4D23-1F46-0D24D5331B98}"/>
          </ac:spMkLst>
        </pc:spChg>
        <pc:spChg chg="mod">
          <ac:chgData name="Dandoti Sagar" userId="f12e5f940ffb70bd" providerId="LiveId" clId="{D84000FE-D9ED-4493-80B8-CE776FE82577}" dt="2026-03-12T11:43:15.267" v="2096" actId="20577"/>
          <ac:spMkLst>
            <pc:docMk/>
            <pc:sldMk cId="2959053086" sldId="346"/>
            <ac:spMk id="6" creationId="{E7462CF7-E577-A2F8-9BBB-21B90C7980A0}"/>
          </ac:spMkLst>
        </pc:spChg>
        <pc:spChg chg="del mod">
          <ac:chgData name="Dandoti Sagar" userId="f12e5f940ffb70bd" providerId="LiveId" clId="{D84000FE-D9ED-4493-80B8-CE776FE82577}" dt="2026-03-12T09:21:18.899" v="679" actId="478"/>
          <ac:spMkLst>
            <pc:docMk/>
            <pc:sldMk cId="2959053086" sldId="346"/>
            <ac:spMk id="11" creationId="{1023AF67-B110-7A7A-FC50-D18885CE13CB}"/>
          </ac:spMkLst>
        </pc:spChg>
        <pc:picChg chg="add del mod">
          <ac:chgData name="Dandoti Sagar" userId="f12e5f940ffb70bd" providerId="LiveId" clId="{D84000FE-D9ED-4493-80B8-CE776FE82577}" dt="2026-03-11T07:03:56.014" v="450" actId="478"/>
          <ac:picMkLst>
            <pc:docMk/>
            <pc:sldMk cId="2959053086" sldId="346"/>
            <ac:picMk id="7" creationId="{9E1137DD-B21B-ADB3-B832-29383D1A7856}"/>
          </ac:picMkLst>
        </pc:picChg>
        <pc:picChg chg="add mod">
          <ac:chgData name="Dandoti Sagar" userId="f12e5f940ffb70bd" providerId="LiveId" clId="{D84000FE-D9ED-4493-80B8-CE776FE82577}" dt="2026-03-12T07:04:37.551" v="553" actId="1076"/>
          <ac:picMkLst>
            <pc:docMk/>
            <pc:sldMk cId="2959053086" sldId="346"/>
            <ac:picMk id="7" creationId="{C0899C64-D1A7-ADAC-3D21-4B727A9A2A5C}"/>
          </ac:picMkLst>
        </pc:picChg>
        <pc:picChg chg="del">
          <ac:chgData name="Dandoti Sagar" userId="f12e5f940ffb70bd" providerId="LiveId" clId="{D84000FE-D9ED-4493-80B8-CE776FE82577}" dt="2026-03-11T06:50:13.225" v="241" actId="478"/>
          <ac:picMkLst>
            <pc:docMk/>
            <pc:sldMk cId="2959053086" sldId="346"/>
            <ac:picMk id="8" creationId="{27FD8B6F-6876-C936-77A3-81E720308847}"/>
          </ac:picMkLst>
        </pc:picChg>
        <pc:picChg chg="del">
          <ac:chgData name="Dandoti Sagar" userId="f12e5f940ffb70bd" providerId="LiveId" clId="{D84000FE-D9ED-4493-80B8-CE776FE82577}" dt="2026-03-11T06:52:30.562" v="247" actId="478"/>
          <ac:picMkLst>
            <pc:docMk/>
            <pc:sldMk cId="2959053086" sldId="346"/>
            <ac:picMk id="10" creationId="{E6B21AE8-B1DE-B200-93E3-6532E722912E}"/>
          </ac:picMkLst>
        </pc:picChg>
        <pc:picChg chg="add del mod">
          <ac:chgData name="Dandoti Sagar" userId="f12e5f940ffb70bd" providerId="LiveId" clId="{D84000FE-D9ED-4493-80B8-CE776FE82577}" dt="2026-03-11T06:56:04.560" v="443" actId="478"/>
          <ac:picMkLst>
            <pc:docMk/>
            <pc:sldMk cId="2959053086" sldId="346"/>
            <ac:picMk id="12" creationId="{1C132DAD-E6B5-0EED-F92D-29432AF91BDF}"/>
          </ac:picMkLst>
        </pc:picChg>
        <pc:picChg chg="add mod modCrop">
          <ac:chgData name="Dandoti Sagar" userId="f12e5f940ffb70bd" providerId="LiveId" clId="{D84000FE-D9ED-4493-80B8-CE776FE82577}" dt="2026-03-12T10:45:50.100" v="1915" actId="1076"/>
          <ac:picMkLst>
            <pc:docMk/>
            <pc:sldMk cId="2959053086" sldId="346"/>
            <ac:picMk id="14" creationId="{C7DF52B9-FE21-E802-6C05-524EC5F2641C}"/>
          </ac:picMkLst>
        </pc:picChg>
        <pc:picChg chg="add del mod">
          <ac:chgData name="Dandoti Sagar" userId="f12e5f940ffb70bd" providerId="LiveId" clId="{D84000FE-D9ED-4493-80B8-CE776FE82577}" dt="2026-03-12T09:21:15.567" v="678" actId="478"/>
          <ac:picMkLst>
            <pc:docMk/>
            <pc:sldMk cId="2959053086" sldId="346"/>
            <ac:picMk id="16" creationId="{933B83D2-6A7F-6DF8-C89F-77C7F78B93E9}"/>
          </ac:picMkLst>
        </pc:picChg>
      </pc:sldChg>
      <pc:sldChg chg="addSp delSp modSp add mod ord">
        <pc:chgData name="Dandoti Sagar" userId="f12e5f940ffb70bd" providerId="LiveId" clId="{D84000FE-D9ED-4493-80B8-CE776FE82577}" dt="2026-03-12T11:37:13.022" v="1991" actId="14100"/>
        <pc:sldMkLst>
          <pc:docMk/>
          <pc:sldMk cId="2958745033" sldId="347"/>
        </pc:sldMkLst>
        <pc:spChg chg="mod">
          <ac:chgData name="Dandoti Sagar" userId="f12e5f940ffb70bd" providerId="LiveId" clId="{D84000FE-D9ED-4493-80B8-CE776FE82577}" dt="2026-03-12T10:07:09.948" v="1296" actId="1076"/>
          <ac:spMkLst>
            <pc:docMk/>
            <pc:sldMk cId="2958745033" sldId="347"/>
            <ac:spMk id="3" creationId="{C0E651A7-F6D5-2CAC-8B81-4C3578275959}"/>
          </ac:spMkLst>
        </pc:spChg>
        <pc:spChg chg="mod">
          <ac:chgData name="Dandoti Sagar" userId="f12e5f940ffb70bd" providerId="LiveId" clId="{D84000FE-D9ED-4493-80B8-CE776FE82577}" dt="2026-03-12T11:37:13.022" v="1991" actId="14100"/>
          <ac:spMkLst>
            <pc:docMk/>
            <pc:sldMk cId="2958745033" sldId="347"/>
            <ac:spMk id="4" creationId="{DB7F9B58-0B91-7816-4F4D-58ADEFF2ABAF}"/>
          </ac:spMkLst>
        </pc:spChg>
        <pc:spChg chg="del mod">
          <ac:chgData name="Dandoti Sagar" userId="f12e5f940ffb70bd" providerId="LiveId" clId="{D84000FE-D9ED-4493-80B8-CE776FE82577}" dt="2026-03-12T09:12:57.803" v="610" actId="478"/>
          <ac:spMkLst>
            <pc:docMk/>
            <pc:sldMk cId="2958745033" sldId="347"/>
            <ac:spMk id="5" creationId="{0E1B7F1E-3467-45A7-46EA-197D587A09C2}"/>
          </ac:spMkLst>
        </pc:spChg>
        <pc:spChg chg="mod">
          <ac:chgData name="Dandoti Sagar" userId="f12e5f940ffb70bd" providerId="LiveId" clId="{D84000FE-D9ED-4493-80B8-CE776FE82577}" dt="2026-03-12T11:36:50.630" v="1978" actId="20577"/>
          <ac:spMkLst>
            <pc:docMk/>
            <pc:sldMk cId="2958745033" sldId="347"/>
            <ac:spMk id="6" creationId="{95529556-45FF-7906-75D2-E9CC79542DC0}"/>
          </ac:spMkLst>
        </pc:spChg>
        <pc:spChg chg="add mod">
          <ac:chgData name="Dandoti Sagar" userId="f12e5f940ffb70bd" providerId="LiveId" clId="{D84000FE-D9ED-4493-80B8-CE776FE82577}" dt="2026-03-12T10:14:19.603" v="1362" actId="1076"/>
          <ac:spMkLst>
            <pc:docMk/>
            <pc:sldMk cId="2958745033" sldId="347"/>
            <ac:spMk id="11" creationId="{5516F68E-9CCF-19EB-9091-071A7ECA76B9}"/>
          </ac:spMkLst>
        </pc:spChg>
        <pc:spChg chg="del mod">
          <ac:chgData name="Dandoti Sagar" userId="f12e5f940ffb70bd" providerId="LiveId" clId="{D84000FE-D9ED-4493-80B8-CE776FE82577}" dt="2026-03-12T10:14:10.321" v="1359" actId="478"/>
          <ac:spMkLst>
            <pc:docMk/>
            <pc:sldMk cId="2958745033" sldId="347"/>
            <ac:spMk id="17" creationId="{E5AD3144-6B46-C3E6-3BDE-E73C4593BAE9}"/>
          </ac:spMkLst>
        </pc:spChg>
        <pc:spChg chg="mod">
          <ac:chgData name="Dandoti Sagar" userId="f12e5f940ffb70bd" providerId="LiveId" clId="{D84000FE-D9ED-4493-80B8-CE776FE82577}" dt="2026-03-12T10:06:58.849" v="1295" actId="14100"/>
          <ac:spMkLst>
            <pc:docMk/>
            <pc:sldMk cId="2958745033" sldId="347"/>
            <ac:spMk id="21" creationId="{F06CCC1D-3B43-1081-9219-2555BE203170}"/>
          </ac:spMkLst>
        </pc:spChg>
        <pc:picChg chg="add del mod">
          <ac:chgData name="Dandoti Sagar" userId="f12e5f940ffb70bd" providerId="LiveId" clId="{D84000FE-D9ED-4493-80B8-CE776FE82577}" dt="2026-03-12T09:47:29.272" v="1171" actId="478"/>
          <ac:picMkLst>
            <pc:docMk/>
            <pc:sldMk cId="2958745033" sldId="347"/>
            <ac:picMk id="8" creationId="{C45C098B-0F13-2EB4-3078-792D9F2EC55A}"/>
          </ac:picMkLst>
        </pc:picChg>
        <pc:picChg chg="add mod">
          <ac:chgData name="Dandoti Sagar" userId="f12e5f940ffb70bd" providerId="LiveId" clId="{D84000FE-D9ED-4493-80B8-CE776FE82577}" dt="2026-03-12T10:07:20.235" v="1298" actId="14100"/>
          <ac:picMkLst>
            <pc:docMk/>
            <pc:sldMk cId="2958745033" sldId="347"/>
            <ac:picMk id="10" creationId="{1A0608D3-6F1B-56F2-D3CE-6ED28E48C23D}"/>
          </ac:picMkLst>
        </pc:picChg>
        <pc:picChg chg="del mod">
          <ac:chgData name="Dandoti Sagar" userId="f12e5f940ffb70bd" providerId="LiveId" clId="{D84000FE-D9ED-4493-80B8-CE776FE82577}" dt="2026-03-12T09:45:22.425" v="1157" actId="478"/>
          <ac:picMkLst>
            <pc:docMk/>
            <pc:sldMk cId="2958745033" sldId="347"/>
            <ac:picMk id="27" creationId="{155EB19D-28D3-D8AB-08E4-34AA5736EFBD}"/>
          </ac:picMkLst>
        </pc:picChg>
        <pc:picChg chg="del">
          <ac:chgData name="Dandoti Sagar" userId="f12e5f940ffb70bd" providerId="LiveId" clId="{D84000FE-D9ED-4493-80B8-CE776FE82577}" dt="2026-03-12T09:12:49.051" v="608" actId="21"/>
          <ac:picMkLst>
            <pc:docMk/>
            <pc:sldMk cId="2958745033" sldId="347"/>
            <ac:picMk id="29" creationId="{AE821508-4CBD-CE6A-C3F6-F56CAA6A3AC7}"/>
          </ac:picMkLst>
        </pc:picChg>
        <pc:picChg chg="add mod">
          <ac:chgData name="Dandoti Sagar" userId="f12e5f940ffb70bd" providerId="LiveId" clId="{D84000FE-D9ED-4493-80B8-CE776FE82577}" dt="2026-03-12T10:58:34.478" v="1922" actId="1076"/>
          <ac:picMkLst>
            <pc:docMk/>
            <pc:sldMk cId="2958745033" sldId="347"/>
            <ac:picMk id="4098" creationId="{7768C91F-89A6-2F84-A900-84BA939D597F}"/>
          </ac:picMkLst>
        </pc:picChg>
      </pc:sldChg>
      <pc:sldChg chg="add del">
        <pc:chgData name="Dandoti Sagar" userId="f12e5f940ffb70bd" providerId="LiveId" clId="{D84000FE-D9ED-4493-80B8-CE776FE82577}" dt="2026-03-12T09:17:48.780" v="660" actId="2696"/>
        <pc:sldMkLst>
          <pc:docMk/>
          <pc:sldMk cId="878263209" sldId="348"/>
        </pc:sldMkLst>
      </pc:sldChg>
      <pc:sldChg chg="addSp delSp modSp add mod">
        <pc:chgData name="Dandoti Sagar" userId="f12e5f940ffb70bd" providerId="LiveId" clId="{D84000FE-D9ED-4493-80B8-CE776FE82577}" dt="2026-03-12T11:42:59.879" v="2090" actId="20577"/>
        <pc:sldMkLst>
          <pc:docMk/>
          <pc:sldMk cId="1544498419" sldId="348"/>
        </pc:sldMkLst>
        <pc:spChg chg="mod">
          <ac:chgData name="Dandoti Sagar" userId="f12e5f940ffb70bd" providerId="LiveId" clId="{D84000FE-D9ED-4493-80B8-CE776FE82577}" dt="2026-03-12T10:44:46.572" v="1855" actId="14100"/>
          <ac:spMkLst>
            <pc:docMk/>
            <pc:sldMk cId="1544498419" sldId="348"/>
            <ac:spMk id="3" creationId="{025ABFB5-3132-60D5-89E5-A9E61477EC00}"/>
          </ac:spMkLst>
        </pc:spChg>
        <pc:spChg chg="add mod">
          <ac:chgData name="Dandoti Sagar" userId="f12e5f940ffb70bd" providerId="LiveId" clId="{D84000FE-D9ED-4493-80B8-CE776FE82577}" dt="2026-03-12T10:44:43.545" v="1854" actId="1076"/>
          <ac:spMkLst>
            <pc:docMk/>
            <pc:sldMk cId="1544498419" sldId="348"/>
            <ac:spMk id="4" creationId="{C2B301AD-CB2F-216B-E8C1-6023EF0812FC}"/>
          </ac:spMkLst>
        </pc:spChg>
        <pc:spChg chg="mod">
          <ac:chgData name="Dandoti Sagar" userId="f12e5f940ffb70bd" providerId="LiveId" clId="{D84000FE-D9ED-4493-80B8-CE776FE82577}" dt="2026-03-12T11:38:49.156" v="2021" actId="20577"/>
          <ac:spMkLst>
            <pc:docMk/>
            <pc:sldMk cId="1544498419" sldId="348"/>
            <ac:spMk id="5" creationId="{15F04C7D-4D4A-9E0D-B37A-631E1C560849}"/>
          </ac:spMkLst>
        </pc:spChg>
        <pc:spChg chg="del mod">
          <ac:chgData name="Dandoti Sagar" userId="f12e5f940ffb70bd" providerId="LiveId" clId="{D84000FE-D9ED-4493-80B8-CE776FE82577}" dt="2026-03-12T09:20:39.492" v="670" actId="478"/>
          <ac:spMkLst>
            <pc:docMk/>
            <pc:sldMk cId="1544498419" sldId="348"/>
            <ac:spMk id="6" creationId="{18DCFBC8-B4F1-E8B7-8D4C-742CD42A5D67}"/>
          </ac:spMkLst>
        </pc:spChg>
        <pc:spChg chg="mod">
          <ac:chgData name="Dandoti Sagar" userId="f12e5f940ffb70bd" providerId="LiveId" clId="{D84000FE-D9ED-4493-80B8-CE776FE82577}" dt="2026-03-12T11:42:59.879" v="2090" actId="20577"/>
          <ac:spMkLst>
            <pc:docMk/>
            <pc:sldMk cId="1544498419" sldId="348"/>
            <ac:spMk id="11" creationId="{07A504C4-51A5-33FF-D56B-0F88EF2E0373}"/>
          </ac:spMkLst>
        </pc:spChg>
        <pc:picChg chg="del">
          <ac:chgData name="Dandoti Sagar" userId="f12e5f940ffb70bd" providerId="LiveId" clId="{D84000FE-D9ED-4493-80B8-CE776FE82577}" dt="2026-03-12T09:20:34.418" v="668" actId="478"/>
          <ac:picMkLst>
            <pc:docMk/>
            <pc:sldMk cId="1544498419" sldId="348"/>
            <ac:picMk id="14" creationId="{E36B1CA7-53BE-1EDE-1F82-726D1AB7290D}"/>
          </ac:picMkLst>
        </pc:picChg>
        <pc:picChg chg="mod modCrop">
          <ac:chgData name="Dandoti Sagar" userId="f12e5f940ffb70bd" providerId="LiveId" clId="{D84000FE-D9ED-4493-80B8-CE776FE82577}" dt="2026-03-12T09:54:30.424" v="1225" actId="732"/>
          <ac:picMkLst>
            <pc:docMk/>
            <pc:sldMk cId="1544498419" sldId="348"/>
            <ac:picMk id="16" creationId="{EAF00179-47A8-49EA-1667-281FA295DE8D}"/>
          </ac:picMkLst>
        </pc:picChg>
      </pc:sldChg>
      <pc:sldChg chg="addSp delSp modSp add mod">
        <pc:chgData name="Dandoti Sagar" userId="f12e5f940ffb70bd" providerId="LiveId" clId="{D84000FE-D9ED-4493-80B8-CE776FE82577}" dt="2026-03-12T11:38:06.755" v="2009" actId="20577"/>
        <pc:sldMkLst>
          <pc:docMk/>
          <pc:sldMk cId="1995515002" sldId="349"/>
        </pc:sldMkLst>
        <pc:spChg chg="add mod">
          <ac:chgData name="Dandoti Sagar" userId="f12e5f940ffb70bd" providerId="LiveId" clId="{D84000FE-D9ED-4493-80B8-CE776FE82577}" dt="2026-03-12T10:42:52.191" v="1809" actId="1076"/>
          <ac:spMkLst>
            <pc:docMk/>
            <pc:sldMk cId="1995515002" sldId="349"/>
            <ac:spMk id="4" creationId="{985BAE1F-ABBF-D4F7-E966-C7B0BB2396DB}"/>
          </ac:spMkLst>
        </pc:spChg>
        <pc:spChg chg="mod">
          <ac:chgData name="Dandoti Sagar" userId="f12e5f940ffb70bd" providerId="LiveId" clId="{D84000FE-D9ED-4493-80B8-CE776FE82577}" dt="2026-03-12T11:38:06.755" v="2009" actId="20577"/>
          <ac:spMkLst>
            <pc:docMk/>
            <pc:sldMk cId="1995515002" sldId="349"/>
            <ac:spMk id="5" creationId="{8E57D73D-57F8-7FD8-8E3F-AE7C259C2C54}"/>
          </ac:spMkLst>
        </pc:spChg>
        <pc:spChg chg="mod">
          <ac:chgData name="Dandoti Sagar" userId="f12e5f940ffb70bd" providerId="LiveId" clId="{D84000FE-D9ED-4493-80B8-CE776FE82577}" dt="2026-03-12T10:38:00.620" v="1640" actId="1076"/>
          <ac:spMkLst>
            <pc:docMk/>
            <pc:sldMk cId="1995515002" sldId="349"/>
            <ac:spMk id="6" creationId="{76754F3B-3E59-4425-4451-45BCF99BE42F}"/>
          </ac:spMkLst>
        </pc:spChg>
        <pc:spChg chg="del mod">
          <ac:chgData name="Dandoti Sagar" userId="f12e5f940ffb70bd" providerId="LiveId" clId="{D84000FE-D9ED-4493-80B8-CE776FE82577}" dt="2026-03-12T09:52:32.841" v="1202" actId="478"/>
          <ac:spMkLst>
            <pc:docMk/>
            <pc:sldMk cId="1995515002" sldId="349"/>
            <ac:spMk id="11" creationId="{DF6761EC-67D8-E888-E00D-9DA5AB49D532}"/>
          </ac:spMkLst>
        </pc:spChg>
        <pc:picChg chg="del">
          <ac:chgData name="Dandoti Sagar" userId="f12e5f940ffb70bd" providerId="LiveId" clId="{D84000FE-D9ED-4493-80B8-CE776FE82577}" dt="2026-03-12T09:52:27.912" v="1200" actId="478"/>
          <ac:picMkLst>
            <pc:docMk/>
            <pc:sldMk cId="1995515002" sldId="349"/>
            <ac:picMk id="8" creationId="{30CA6624-32FC-A3F6-D4D6-08D5C8AC26BD}"/>
          </ac:picMkLst>
        </pc:picChg>
        <pc:picChg chg="mod modCrop">
          <ac:chgData name="Dandoti Sagar" userId="f12e5f940ffb70bd" providerId="LiveId" clId="{D84000FE-D9ED-4493-80B8-CE776FE82577}" dt="2026-03-12T10:42:56.948" v="1811" actId="1076"/>
          <ac:picMkLst>
            <pc:docMk/>
            <pc:sldMk cId="1995515002" sldId="349"/>
            <ac:picMk id="10" creationId="{50F69E8F-C11A-9910-8433-27DE1482C2B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37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207500" y="0"/>
            <a:ext cx="704532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C54A3-B59A-42DD-8FF4-BCD99F7A879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84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70437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1C9F0-04BD-45C5-975D-52E52DF914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025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1C9F0-04BD-45C5-975D-52E52DF914D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05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1C9F0-04BD-45C5-975D-52E52DF914D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655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843B0-A8E5-492F-1E67-69EC68ED0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40EF75-692A-F83E-FF43-4A3C0F7E1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87247-2748-B6E9-BA24-DA2181442A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DB807-A6DF-3DF3-1BD9-81E420777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1C9F0-04BD-45C5-975D-52E52DF914D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063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EC7D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6256635" cy="9144635"/>
          </a:xfrm>
          <a:custGeom>
            <a:avLst/>
            <a:gdLst/>
            <a:ahLst/>
            <a:cxnLst/>
            <a:rect l="l" t="t" r="r" b="b"/>
            <a:pathLst>
              <a:path w="16256635" h="9144635">
                <a:moveTo>
                  <a:pt x="16256254" y="9144127"/>
                </a:moveTo>
                <a:lnTo>
                  <a:pt x="0" y="9144127"/>
                </a:lnTo>
                <a:lnTo>
                  <a:pt x="0" y="0"/>
                </a:lnTo>
                <a:lnTo>
                  <a:pt x="16256254" y="0"/>
                </a:lnTo>
                <a:lnTo>
                  <a:pt x="16256254" y="91441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rgbClr val="EC7D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rgbClr val="EC7D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rgbClr val="EC7D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01178" y="8164882"/>
            <a:ext cx="3904213" cy="6082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83300" y="156260"/>
            <a:ext cx="4050029" cy="56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EC7D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0700" y="1463395"/>
            <a:ext cx="6855459" cy="4688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4" y="0"/>
            <a:ext cx="12315545" cy="27958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96549" y="3733800"/>
            <a:ext cx="7988300" cy="2116413"/>
          </a:xfrm>
          <a:prstGeom prst="rect">
            <a:avLst/>
          </a:prstGeom>
        </p:spPr>
        <p:txBody>
          <a:bodyPr vert="horz" wrap="square" lIns="0" tIns="326390" rIns="0" bIns="0" rtlCol="0">
            <a:spAutoFit/>
          </a:bodyPr>
          <a:lstStyle/>
          <a:p>
            <a:pPr marL="12700" marR="5080" algn="ctr">
              <a:lnSpc>
                <a:spcPct val="56999"/>
              </a:lnSpc>
              <a:spcBef>
                <a:spcPts val="2570"/>
              </a:spcBef>
            </a:pPr>
            <a:r>
              <a:rPr sz="4000" spc="-23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4000" spc="-3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30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Scraping </a:t>
            </a:r>
            <a:r>
              <a:rPr sz="4000" spc="-204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4000" spc="-32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36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br>
              <a:rPr lang="en-IN" sz="4000" spc="-36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4000" spc="-36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4000" u="sng" spc="-25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u="sng" spc="-25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Real E-State Price Analysis</a:t>
            </a:r>
            <a:br>
              <a:rPr lang="en-IN" sz="4000" u="sng" spc="-25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u="sng" spc="-25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4000" u="sng" spc="-25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u="sng" spc="-25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Purchase &amp; Rental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0400" y="5722137"/>
            <a:ext cx="4419600" cy="2477986"/>
          </a:xfrm>
          <a:prstGeom prst="rect">
            <a:avLst/>
          </a:prstGeom>
        </p:spPr>
        <p:txBody>
          <a:bodyPr vert="horz" wrap="square" lIns="0" tIns="368300" rIns="0" bIns="0" rtlCol="0">
            <a:spAutoFit/>
          </a:bodyPr>
          <a:lstStyle/>
          <a:p>
            <a:pPr marL="12700" marR="5080">
              <a:lnSpc>
                <a:spcPct val="51800"/>
              </a:lnSpc>
              <a:spcBef>
                <a:spcPts val="2900"/>
              </a:spcBef>
            </a:pPr>
            <a:r>
              <a:rPr sz="3000" b="1" u="sng" spc="-16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3000" b="1" u="sng" spc="-1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u="sng" spc="-4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3000" b="1" u="sng" spc="-4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y :</a:t>
            </a:r>
          </a:p>
          <a:p>
            <a:pPr marL="12700" marR="5080">
              <a:lnSpc>
                <a:spcPct val="51800"/>
              </a:lnSpc>
              <a:spcBef>
                <a:spcPts val="2900"/>
              </a:spcBef>
            </a:pPr>
            <a:r>
              <a:rPr lang="en-IN"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Sagar</a:t>
            </a:r>
            <a:endParaRPr lang="en-IN" sz="3000" b="1" u="sng" spc="-455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51800"/>
              </a:lnSpc>
              <a:spcBef>
                <a:spcPts val="2900"/>
              </a:spcBef>
            </a:pPr>
            <a:r>
              <a:rPr lang="en-IN"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Nikhitha Kankanala</a:t>
            </a:r>
          </a:p>
          <a:p>
            <a:pPr marL="12700" marR="5080">
              <a:lnSpc>
                <a:spcPct val="51800"/>
              </a:lnSpc>
              <a:spcBef>
                <a:spcPts val="2900"/>
              </a:spcBef>
            </a:pPr>
            <a:r>
              <a:rPr lang="en-IN"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Chaitanya</a:t>
            </a:r>
            <a:endParaRPr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4200" y="7186694"/>
            <a:ext cx="2329180" cy="484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0" b="1" u="sng" spc="-1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Batch</a:t>
            </a:r>
            <a:r>
              <a:rPr sz="3000" b="1" u="sng" spc="-2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3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No</a:t>
            </a:r>
            <a:r>
              <a:rPr sz="14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Palatino Linotype"/>
                <a:cs typeface="Palatino Linotype"/>
              </a:rPr>
              <a:t>:</a:t>
            </a:r>
            <a:r>
              <a:rPr sz="1400" b="1" u="sng" spc="1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2950" b="1" u="sng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474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88478" y="8317282"/>
            <a:ext cx="3904213" cy="6082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0B4E7C8-83A1-6BD8-96E3-E66A1B0D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B616AEC0-23EA-6043-08B8-E956A1BC2D10}"/>
              </a:ext>
            </a:extLst>
          </p:cNvPr>
          <p:cNvSpPr/>
          <p:nvPr/>
        </p:nvSpPr>
        <p:spPr>
          <a:xfrm>
            <a:off x="0" y="5150"/>
            <a:ext cx="162560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BFCFA5CD-7CBE-61D5-E5B9-EC83540F7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8900" y="243718"/>
            <a:ext cx="7892415" cy="677108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</a:t>
            </a:r>
            <a:endParaRPr lang="en-IN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FAC2F19-1776-EFF5-1981-63500CA25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383" y="1175480"/>
            <a:ext cx="1589323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real estate market contains a large amount of property listings for both purchasing and renting, making it difficult for users to identify suitable and affordable options.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Buyers and tenants often struggle to understand price trends, property availability, and location-based differences across cities.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analyze purchase type and rent type property datasets using exploratory data analysis (EDA) to identify patterns in property prices, popular apartment types, and affordable locations.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analyzing the data, the project provides insights that help buyers, renters, and investors make better real estate decisions.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6B17D8-1F3F-F601-579C-D83FDAF9E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400" y="8077200"/>
            <a:ext cx="3067478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51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B890BD-1E53-822D-0A12-EDF917B14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>
            <a:extLst>
              <a:ext uri="{FF2B5EF4-FFF2-40B4-BE49-F238E27FC236}">
                <a16:creationId xmlns:a16="http://schemas.microsoft.com/office/drawing/2014/main" id="{F06CCC1D-3B43-1081-9219-2555BE203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2198943"/>
            <a:ext cx="13995400" cy="2446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</a:t>
            </a:r>
            <a:r>
              <a:rPr kumimoji="0" lang="en-US" altLang="en-US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342900" lvl="1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Buy Dataset: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1,233 records, 8 columns.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Cities Covered: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Hyderabad, Noida, Bangalore, Chennai, Mumbai, Rajkot, Coimbatore, and more.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Python, Requests,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Pandas, NumPy, Matplotlib, Seaborn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F9B58-0B91-7816-4F4D-58ADEFF2ABAF}"/>
              </a:ext>
            </a:extLst>
          </p:cNvPr>
          <p:cNvSpPr txBox="1"/>
          <p:nvPr/>
        </p:nvSpPr>
        <p:spPr>
          <a:xfrm>
            <a:off x="12166600" y="6167613"/>
            <a:ext cx="384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 Purchase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C0E651A7-F6D5-2CAC-8B81-4C3578275959}"/>
              </a:ext>
            </a:extLst>
          </p:cNvPr>
          <p:cNvSpPr/>
          <p:nvPr/>
        </p:nvSpPr>
        <p:spPr>
          <a:xfrm>
            <a:off x="-29754" y="-142143"/>
            <a:ext cx="162560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95529556-45FF-7906-75D2-E9CC79542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43718"/>
            <a:ext cx="16255999" cy="677108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DESCRIPTION(Purchase)</a:t>
            </a:r>
            <a:endParaRPr lang="en-IN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426143-E10B-6B28-0A06-98B70A055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0" y="8288968"/>
            <a:ext cx="3067478" cy="8002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0608D3-6F1B-56F2-D3CE-6ED28E48C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4724400"/>
            <a:ext cx="10515600" cy="42865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16F68E-9CCF-19EB-9091-071A7ECA76B9}"/>
              </a:ext>
            </a:extLst>
          </p:cNvPr>
          <p:cNvSpPr txBox="1"/>
          <p:nvPr/>
        </p:nvSpPr>
        <p:spPr>
          <a:xfrm>
            <a:off x="0" y="950246"/>
            <a:ext cx="1620374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DataSource</a:t>
            </a:r>
            <a:r>
              <a:rPr lang="en-US" sz="2400" dirty="0"/>
              <a:t>: 99 acres.com </a:t>
            </a:r>
          </a:p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link</a:t>
            </a:r>
            <a:r>
              <a:rPr lang="en-US" sz="2400" dirty="0"/>
              <a:t>: https://www.99acres.com</a:t>
            </a:r>
          </a:p>
        </p:txBody>
      </p:sp>
      <p:pic>
        <p:nvPicPr>
          <p:cNvPr id="4098" name="Picture 2" descr="99acres Buy/Rent/Sell Property – Apps on Google Play">
            <a:extLst>
              <a:ext uri="{FF2B5EF4-FFF2-40B4-BE49-F238E27FC236}">
                <a16:creationId xmlns:a16="http://schemas.microsoft.com/office/drawing/2014/main" id="{7768C91F-89A6-2F84-A900-84BA939D5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397" y="1193051"/>
            <a:ext cx="17526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745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6447664-F8CB-F20F-28A6-5A766578BEAD}"/>
              </a:ext>
            </a:extLst>
          </p:cNvPr>
          <p:cNvSpPr txBox="1"/>
          <p:nvPr/>
        </p:nvSpPr>
        <p:spPr>
          <a:xfrm>
            <a:off x="201746" y="973026"/>
            <a:ext cx="16002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DataSource</a:t>
            </a:r>
            <a:r>
              <a:rPr lang="en-US" sz="2400" dirty="0"/>
              <a:t>: 99 acres.com </a:t>
            </a:r>
          </a:p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link</a:t>
            </a:r>
            <a:r>
              <a:rPr lang="en-US" sz="2400" dirty="0"/>
              <a:t>: https://www.99acres.com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DDE14365-6239-048A-12AD-331341B10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959" y="1970722"/>
            <a:ext cx="16015787" cy="2692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Rent Dataset: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1,813 records, 9 columns.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Cities Covered: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Hyderabad, Noida, Bangalore, Chennai, Mumbai, Rajkot, Coimbatore, and more.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Python, Requests,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Pandas, NumPy, Matplotlib, Seaborn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422ECB-C439-870D-60CD-C44E0F70985C}"/>
              </a:ext>
            </a:extLst>
          </p:cNvPr>
          <p:cNvSpPr txBox="1"/>
          <p:nvPr/>
        </p:nvSpPr>
        <p:spPr>
          <a:xfrm>
            <a:off x="12809858" y="6324600"/>
            <a:ext cx="3319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Dataset Rental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57DC14F8-DDDB-E666-6852-91C69239F296}"/>
              </a:ext>
            </a:extLst>
          </p:cNvPr>
          <p:cNvSpPr/>
          <p:nvPr/>
        </p:nvSpPr>
        <p:spPr>
          <a:xfrm>
            <a:off x="0" y="5150"/>
            <a:ext cx="162560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27E07BF5-9FDE-7756-A119-B4E1B63A3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43719"/>
            <a:ext cx="16255999" cy="677108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DESCRIPTION(Rental)</a:t>
            </a:r>
            <a:endParaRPr lang="en-IN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5EE467-8E08-733F-9233-A3FFCB564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0" y="8288968"/>
            <a:ext cx="3067478" cy="800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BB1FD4-650E-D8BA-3976-08C854DFE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4884996"/>
            <a:ext cx="11810999" cy="4204184"/>
          </a:xfrm>
          <a:prstGeom prst="rect">
            <a:avLst/>
          </a:prstGeom>
        </p:spPr>
      </p:pic>
      <p:pic>
        <p:nvPicPr>
          <p:cNvPr id="5122" name="Picture 2" descr="99acres Buy/Rent/Sell Property – Apps on Google Play">
            <a:extLst>
              <a:ext uri="{FF2B5EF4-FFF2-40B4-BE49-F238E27FC236}">
                <a16:creationId xmlns:a16="http://schemas.microsoft.com/office/drawing/2014/main" id="{979A507F-A65E-B860-0595-D6269DBBC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1392" y="1360593"/>
            <a:ext cx="17526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E051B0-BEA3-CDA3-31AE-A791534D72F1}"/>
              </a:ext>
            </a:extLst>
          </p:cNvPr>
          <p:cNvSpPr txBox="1"/>
          <p:nvPr/>
        </p:nvSpPr>
        <p:spPr>
          <a:xfrm>
            <a:off x="183514" y="1219200"/>
            <a:ext cx="149098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raw datasets initially contained textual and numeric information about real estate properties. Each row represents a unique property listing, while each column represents a specific attribute related to that property.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analysis, the data contained inconsistent formats, missing values, and textual characters in numeric columns, which required cleaning and transformation.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raw dataset provides the foundation for further data preprocessing and exploratory analysis.</a:t>
            </a:r>
          </a:p>
          <a:p>
            <a:endParaRPr lang="en-IN" dirty="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E669C773-9262-BE2A-0E6C-BBB6F55ED9E5}"/>
              </a:ext>
            </a:extLst>
          </p:cNvPr>
          <p:cNvSpPr/>
          <p:nvPr/>
        </p:nvSpPr>
        <p:spPr>
          <a:xfrm>
            <a:off x="0" y="0"/>
            <a:ext cx="162560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238F270-1135-252B-CBAD-409EE4018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0" y="228600"/>
            <a:ext cx="6553200" cy="677108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DATASET</a:t>
            </a:r>
            <a:endParaRPr lang="en-IN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A790C-9031-7341-1873-2A225204B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600" y="8077200"/>
            <a:ext cx="3067478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4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1B69E-BE6E-4B38-0C66-3FF8D49F4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04F187-13A2-47E5-1044-F52EE30BDAE3}"/>
              </a:ext>
            </a:extLst>
          </p:cNvPr>
          <p:cNvSpPr txBox="1"/>
          <p:nvPr/>
        </p:nvSpPr>
        <p:spPr>
          <a:xfrm>
            <a:off x="127000" y="968846"/>
            <a:ext cx="16535400" cy="90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transformations were applied to prepare the data for analysis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8" algn="just">
              <a:lnSpc>
                <a:spcPct val="150000"/>
              </a:lnSpc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 Price Column</a:t>
            </a:r>
          </a:p>
          <a:p>
            <a:pPr marL="514350" lvl="8" indent="-5143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₹ symbol and commas</a:t>
            </a:r>
          </a:p>
          <a:p>
            <a:pPr marL="457200" lvl="8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Crore and Lakh values into numerical format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Builder Column Cleaning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entries replaced with NA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of Construction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Month and Year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to datetime format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Measurements</a:t>
            </a:r>
            <a:endParaRPr lang="en-US" sz="3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text like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sqft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values into numeric format</a:t>
            </a:r>
          </a:p>
          <a:p>
            <a:endParaRPr lang="en-US" sz="3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85B3C772-DC5F-5842-D408-4555D8DC09FA}"/>
              </a:ext>
            </a:extLst>
          </p:cNvPr>
          <p:cNvSpPr/>
          <p:nvPr/>
        </p:nvSpPr>
        <p:spPr>
          <a:xfrm>
            <a:off x="0" y="-76182"/>
            <a:ext cx="162560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B70242D-BE8F-FEF3-4B05-58E6CE13F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04801"/>
            <a:ext cx="16256000" cy="677108"/>
          </a:xfrm>
        </p:spPr>
        <p:txBody>
          <a:bodyPr/>
          <a:lstStyle/>
          <a:p>
            <a:pPr algn="ctr"/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COLUMN TRANSFORMATION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CA14E6-37B2-C7B5-87DF-9F205C49F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6200" y="8153400"/>
            <a:ext cx="3067478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933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A144E-9B38-5996-6EFA-490A7A538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00" y="156260"/>
            <a:ext cx="6729729" cy="677108"/>
          </a:xfrm>
        </p:spPr>
        <p:txBody>
          <a:bodyPr/>
          <a:lstStyle/>
          <a:p>
            <a:r>
              <a:rPr lang="en-IN" sz="4400" dirty="0">
                <a:solidFill>
                  <a:srgbClr val="FF0000"/>
                </a:solidFill>
              </a:rPr>
              <a:t>Missing Value Analysis</a:t>
            </a:r>
            <a:endParaRPr lang="en-IN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E550BC-677D-A79D-A3F2-B76D256DB3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31" r="39024" b="15530"/>
          <a:stretch>
            <a:fillRect/>
          </a:stretch>
        </p:blipFill>
        <p:spPr>
          <a:xfrm>
            <a:off x="4244126" y="2362200"/>
            <a:ext cx="6934200" cy="3352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076575-706F-5568-23BD-9B5FF1C766FA}"/>
              </a:ext>
            </a:extLst>
          </p:cNvPr>
          <p:cNvSpPr txBox="1"/>
          <p:nvPr/>
        </p:nvSpPr>
        <p:spPr>
          <a:xfrm>
            <a:off x="336122" y="5638799"/>
            <a:ext cx="9168129" cy="2580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Dataset: -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than 1% missing values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rows were removed using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dropna</a:t>
            </a:r>
            <a:r>
              <a:rPr lang="en-US" sz="3000" dirty="0"/>
              <a:t>()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BC9071E-39CE-97CE-2659-A7A903C717BF}"/>
              </a:ext>
            </a:extLst>
          </p:cNvPr>
          <p:cNvSpPr/>
          <p:nvPr/>
        </p:nvSpPr>
        <p:spPr>
          <a:xfrm>
            <a:off x="-1" y="-152399"/>
            <a:ext cx="16256001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pPr algn="ctr"/>
            <a:endParaRPr lang="en-IN" sz="4000" dirty="0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16FA08E4-5765-CF93-036D-9E56922A4956}"/>
              </a:ext>
            </a:extLst>
          </p:cNvPr>
          <p:cNvSpPr txBox="1">
            <a:spLocks/>
          </p:cNvSpPr>
          <p:nvPr/>
        </p:nvSpPr>
        <p:spPr>
          <a:xfrm>
            <a:off x="-2" y="145888"/>
            <a:ext cx="1625600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EC7D3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TREATING NULL VALUES(Purchase)</a:t>
            </a:r>
            <a:r>
              <a:rPr lang="en-IN" sz="4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000" dirty="0">
              <a:solidFill>
                <a:schemeClr val="accent6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319CE9-0F24-9EA7-BC29-3E7403229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2400" y="8132586"/>
            <a:ext cx="3067478" cy="800212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A6009ADB-9A01-80BE-452C-74BD0D9539E8}"/>
              </a:ext>
            </a:extLst>
          </p:cNvPr>
          <p:cNvSpPr/>
          <p:nvPr/>
        </p:nvSpPr>
        <p:spPr>
          <a:xfrm>
            <a:off x="0" y="1781765"/>
            <a:ext cx="5608320" cy="3901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Percentage of Null values in each column:-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30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D3294-88F2-28FD-6EDC-9E869DBE3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430C0-EB9E-369C-A6C2-89A748ED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00" y="156260"/>
            <a:ext cx="6729729" cy="677108"/>
          </a:xfrm>
        </p:spPr>
        <p:txBody>
          <a:bodyPr/>
          <a:lstStyle/>
          <a:p>
            <a:r>
              <a:rPr lang="en-IN" sz="4400" dirty="0">
                <a:solidFill>
                  <a:srgbClr val="FF0000"/>
                </a:solidFill>
              </a:rPr>
              <a:t>Missing Value Analysis</a:t>
            </a:r>
            <a:endParaRPr lang="en-IN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F69E8F-C11A-9910-8433-27DE1482C2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271" r="28469"/>
          <a:stretch>
            <a:fillRect/>
          </a:stretch>
        </p:blipFill>
        <p:spPr>
          <a:xfrm>
            <a:off x="4546600" y="2057400"/>
            <a:ext cx="5905500" cy="3535777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57C9BF2-2B10-79DF-1ECA-AF0CDB650ECA}"/>
              </a:ext>
            </a:extLst>
          </p:cNvPr>
          <p:cNvSpPr/>
          <p:nvPr/>
        </p:nvSpPr>
        <p:spPr>
          <a:xfrm>
            <a:off x="-1" y="-152399"/>
            <a:ext cx="16256001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pPr algn="ctr"/>
            <a:endParaRPr lang="en-IN" sz="4000" dirty="0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8E57D73D-57F8-7FD8-8E3F-AE7C259C2C54}"/>
              </a:ext>
            </a:extLst>
          </p:cNvPr>
          <p:cNvSpPr txBox="1">
            <a:spLocks/>
          </p:cNvSpPr>
          <p:nvPr/>
        </p:nvSpPr>
        <p:spPr>
          <a:xfrm>
            <a:off x="-2" y="145888"/>
            <a:ext cx="1625600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EC7D3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TREATING NULL VALUES(Rental)</a:t>
            </a:r>
            <a:r>
              <a:rPr lang="en-IN" sz="4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000" dirty="0">
              <a:solidFill>
                <a:schemeClr val="accent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754F3B-3E59-4425-4451-45BCF99BE42F}"/>
              </a:ext>
            </a:extLst>
          </p:cNvPr>
          <p:cNvSpPr txBox="1"/>
          <p:nvPr/>
        </p:nvSpPr>
        <p:spPr>
          <a:xfrm>
            <a:off x="306368" y="5461755"/>
            <a:ext cx="100063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 Dataset:-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Missing values handled using: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Deposit column filled with 0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rows were removed using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E656A3-44D7-EB92-4540-720608776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2400" y="8132586"/>
            <a:ext cx="3067478" cy="800212"/>
          </a:xfrm>
          <a:prstGeom prst="rect">
            <a:avLst/>
          </a:prstGeom>
        </p:spPr>
      </p:pic>
      <p:sp>
        <p:nvSpPr>
          <p:cNvPr id="4" name="Shape 5">
            <a:extLst>
              <a:ext uri="{FF2B5EF4-FFF2-40B4-BE49-F238E27FC236}">
                <a16:creationId xmlns:a16="http://schemas.microsoft.com/office/drawing/2014/main" id="{985BAE1F-ABBF-D4F7-E966-C7B0BB2396DB}"/>
              </a:ext>
            </a:extLst>
          </p:cNvPr>
          <p:cNvSpPr/>
          <p:nvPr/>
        </p:nvSpPr>
        <p:spPr>
          <a:xfrm>
            <a:off x="5080" y="1429773"/>
            <a:ext cx="5608320" cy="3901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Count Null values in Each Column:-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515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7D8B2-66E3-3270-0B26-D766118A3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5AFB2-0A10-7D0F-D8CC-80D39CE25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00" y="156260"/>
            <a:ext cx="6729729" cy="677108"/>
          </a:xfrm>
        </p:spPr>
        <p:txBody>
          <a:bodyPr/>
          <a:lstStyle/>
          <a:p>
            <a:r>
              <a:rPr lang="en-IN" sz="4400" dirty="0">
                <a:solidFill>
                  <a:srgbClr val="FF0000"/>
                </a:solidFill>
              </a:rPr>
              <a:t>Missing Value Analysis</a:t>
            </a:r>
            <a:endParaRPr lang="en-IN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A504C4-51A5-33FF-D56B-0F88EF2E0373}"/>
              </a:ext>
            </a:extLst>
          </p:cNvPr>
          <p:cNvSpPr txBox="1"/>
          <p:nvPr/>
        </p:nvSpPr>
        <p:spPr>
          <a:xfrm>
            <a:off x="127000" y="5965681"/>
            <a:ext cx="11353800" cy="2958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Dataset: -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 can see purchase dataset is cleaned and has no NULL values.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cleaning we got 1137 rows</a:t>
            </a: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025ABFB5-3132-60D5-89E5-A9E61477EC00}"/>
              </a:ext>
            </a:extLst>
          </p:cNvPr>
          <p:cNvSpPr/>
          <p:nvPr/>
        </p:nvSpPr>
        <p:spPr>
          <a:xfrm>
            <a:off x="0" y="0"/>
            <a:ext cx="16255999" cy="106631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pPr algn="ctr"/>
            <a:endParaRPr lang="en-IN" sz="4000" dirty="0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15F04C7D-4D4A-9E0D-B37A-631E1C560849}"/>
              </a:ext>
            </a:extLst>
          </p:cNvPr>
          <p:cNvSpPr txBox="1">
            <a:spLocks/>
          </p:cNvSpPr>
          <p:nvPr/>
        </p:nvSpPr>
        <p:spPr>
          <a:xfrm>
            <a:off x="-2" y="145888"/>
            <a:ext cx="1625600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EC7D3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 AFTER  CLEANING(Purchase)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F00179-47A8-49EA-1667-281FA295DE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46"/>
          <a:stretch>
            <a:fillRect/>
          </a:stretch>
        </p:blipFill>
        <p:spPr>
          <a:xfrm>
            <a:off x="4241800" y="1752600"/>
            <a:ext cx="6768424" cy="40253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A27CB7-3FCE-E98F-64DE-76E5A92A6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8600" y="8019508"/>
            <a:ext cx="3067478" cy="800212"/>
          </a:xfrm>
          <a:prstGeom prst="rect">
            <a:avLst/>
          </a:prstGeom>
        </p:spPr>
      </p:pic>
      <p:sp>
        <p:nvSpPr>
          <p:cNvPr id="4" name="Shape 5">
            <a:extLst>
              <a:ext uri="{FF2B5EF4-FFF2-40B4-BE49-F238E27FC236}">
                <a16:creationId xmlns:a16="http://schemas.microsoft.com/office/drawing/2014/main" id="{C2B301AD-CB2F-216B-E8C1-6023EF0812FC}"/>
              </a:ext>
            </a:extLst>
          </p:cNvPr>
          <p:cNvSpPr/>
          <p:nvPr/>
        </p:nvSpPr>
        <p:spPr>
          <a:xfrm>
            <a:off x="0" y="1308456"/>
            <a:ext cx="5608320" cy="3901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Information OF </a:t>
            </a:r>
            <a:r>
              <a:rPr lang="en-US" dirty="0" err="1">
                <a:solidFill>
                  <a:srgbClr val="FFFF00"/>
                </a:solidFill>
              </a:rPr>
              <a:t>DataFrame</a:t>
            </a:r>
            <a:r>
              <a:rPr lang="en-US" dirty="0">
                <a:solidFill>
                  <a:srgbClr val="FFFF00"/>
                </a:solidFill>
              </a:rPr>
              <a:t>:-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498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B4A54-3F60-CF0B-CBC9-46B8DBEF9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47A3D-5E7E-6823-B0CB-1992F0C96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00" y="156260"/>
            <a:ext cx="6729729" cy="677108"/>
          </a:xfrm>
        </p:spPr>
        <p:txBody>
          <a:bodyPr/>
          <a:lstStyle/>
          <a:p>
            <a:r>
              <a:rPr lang="en-IN" sz="4400" dirty="0">
                <a:solidFill>
                  <a:srgbClr val="FF0000"/>
                </a:solidFill>
              </a:rPr>
              <a:t>Missing Value Analysis</a:t>
            </a:r>
            <a:endParaRPr lang="en-IN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0B18863D-362B-B507-4C1C-3F46419E6A7B}"/>
              </a:ext>
            </a:extLst>
          </p:cNvPr>
          <p:cNvSpPr/>
          <p:nvPr/>
        </p:nvSpPr>
        <p:spPr>
          <a:xfrm>
            <a:off x="-1" y="-152399"/>
            <a:ext cx="16256001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pPr algn="ctr"/>
            <a:endParaRPr lang="en-IN" sz="4000" dirty="0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8928F3FC-B12F-4D23-1F46-0D24D5331B98}"/>
              </a:ext>
            </a:extLst>
          </p:cNvPr>
          <p:cNvSpPr txBox="1">
            <a:spLocks/>
          </p:cNvSpPr>
          <p:nvPr/>
        </p:nvSpPr>
        <p:spPr>
          <a:xfrm>
            <a:off x="-2" y="145888"/>
            <a:ext cx="1625600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EC7D3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AFTER CLEANING(Rental)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62CF7-E577-A2F8-9BBB-21B90C7980A0}"/>
              </a:ext>
            </a:extLst>
          </p:cNvPr>
          <p:cNvSpPr txBox="1"/>
          <p:nvPr/>
        </p:nvSpPr>
        <p:spPr>
          <a:xfrm>
            <a:off x="259922" y="6089225"/>
            <a:ext cx="1228767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Rental Dataset: -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 can see rental dataset is cleaned and has no NULL values.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cleaning we got 1652 rows</a:t>
            </a:r>
          </a:p>
          <a:p>
            <a:pPr marL="342900" lvl="1" indent="-342900"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DF52B9-FE21-E802-6C05-524EC5F264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33"/>
          <a:stretch>
            <a:fillRect/>
          </a:stretch>
        </p:blipFill>
        <p:spPr>
          <a:xfrm>
            <a:off x="4241800" y="1828800"/>
            <a:ext cx="6591298" cy="3917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899C64-D1A7-ADAC-3D21-4B727A9A2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8600" y="8019508"/>
            <a:ext cx="3067478" cy="800212"/>
          </a:xfrm>
          <a:prstGeom prst="rect">
            <a:avLst/>
          </a:prstGeom>
        </p:spPr>
      </p:pic>
      <p:sp>
        <p:nvSpPr>
          <p:cNvPr id="4" name="Shape 5">
            <a:extLst>
              <a:ext uri="{FF2B5EF4-FFF2-40B4-BE49-F238E27FC236}">
                <a16:creationId xmlns:a16="http://schemas.microsoft.com/office/drawing/2014/main" id="{E6DCC6EB-FDD4-DEAF-D799-92FEAB47EE87}"/>
              </a:ext>
            </a:extLst>
          </p:cNvPr>
          <p:cNvSpPr/>
          <p:nvPr/>
        </p:nvSpPr>
        <p:spPr>
          <a:xfrm>
            <a:off x="0" y="1100328"/>
            <a:ext cx="5608320" cy="3901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Information Of Rent data After Cleaning:-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053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9A434-8E2B-E670-2074-F4A571EE0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800" y="156260"/>
            <a:ext cx="9296400" cy="677108"/>
          </a:xfrm>
        </p:spPr>
        <p:txBody>
          <a:bodyPr/>
          <a:lstStyle/>
          <a:p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FD782-4402-4C6C-1374-5E7022581383}"/>
              </a:ext>
            </a:extLst>
          </p:cNvPr>
          <p:cNvSpPr txBox="1"/>
          <p:nvPr/>
        </p:nvSpPr>
        <p:spPr>
          <a:xfrm>
            <a:off x="203201" y="2057400"/>
            <a:ext cx="7010399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visualization shows the distribution of property listings based on their property or project names. Each bar represents a property project, while the height of the bar indicates the number of listings associated with that property.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helps identify which residential projects appear more frequently in the dataset and therefore may have higher availability or popularity in the real estate market.</a:t>
            </a:r>
          </a:p>
          <a:p>
            <a:pPr algn="just"/>
            <a:endParaRPr lang="en-IN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3D986E74-17A2-1B8C-173B-63C95459F6A3}"/>
              </a:ext>
            </a:extLst>
          </p:cNvPr>
          <p:cNvSpPr/>
          <p:nvPr/>
        </p:nvSpPr>
        <p:spPr>
          <a:xfrm>
            <a:off x="-3" y="0"/>
            <a:ext cx="16256001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pPr algn="ctr"/>
            <a:endParaRPr lang="en-IN" sz="4000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835CC0A8-9C57-70D2-271F-85487E57CC46}"/>
              </a:ext>
            </a:extLst>
          </p:cNvPr>
          <p:cNvSpPr txBox="1">
            <a:spLocks/>
          </p:cNvSpPr>
          <p:nvPr/>
        </p:nvSpPr>
        <p:spPr>
          <a:xfrm>
            <a:off x="0" y="263723"/>
            <a:ext cx="1625600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EC7D3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IN" sz="4400" dirty="0">
              <a:solidFill>
                <a:srgbClr val="FF0000"/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C8A4952-933C-827F-5661-4B0E9FE5D1DC}"/>
              </a:ext>
            </a:extLst>
          </p:cNvPr>
          <p:cNvSpPr/>
          <p:nvPr/>
        </p:nvSpPr>
        <p:spPr>
          <a:xfrm>
            <a:off x="203200" y="1454679"/>
            <a:ext cx="6934200" cy="400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Bar Plot showing top 10 properties to purchase across all cities:-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3FD057-CB14-4B7A-0C34-D4523A81B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200" y="8040876"/>
            <a:ext cx="3067478" cy="8002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D31C7E-BD44-67DD-5533-894BE25C4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00" y="1827009"/>
            <a:ext cx="7555410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162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BEB4E0-AAA7-C0E3-A205-A57654C6F7EA}"/>
              </a:ext>
            </a:extLst>
          </p:cNvPr>
          <p:cNvSpPr txBox="1"/>
          <p:nvPr/>
        </p:nvSpPr>
        <p:spPr>
          <a:xfrm>
            <a:off x="660401" y="152400"/>
            <a:ext cx="777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 Distribution of Properties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B57252-C88D-4BC4-BA33-D96804FD0C3D}"/>
              </a:ext>
            </a:extLst>
          </p:cNvPr>
          <p:cNvSpPr txBox="1"/>
          <p:nvPr/>
        </p:nvSpPr>
        <p:spPr>
          <a:xfrm>
            <a:off x="203200" y="2429256"/>
            <a:ext cx="855617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visualization shows the distribution of real estate listings across different cities in the dataset. Each bar represents a city, while the height of the bar indicates the number of property listings available in that city.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helps identify which cities have a higher concentration of real estate properties and where most housing listings are located.</a:t>
            </a:r>
          </a:p>
          <a:p>
            <a:endParaRPr lang="en-IN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5071726-9D4D-ADA4-429B-60E9622E52DC}"/>
              </a:ext>
            </a:extLst>
          </p:cNvPr>
          <p:cNvSpPr/>
          <p:nvPr/>
        </p:nvSpPr>
        <p:spPr>
          <a:xfrm>
            <a:off x="0" y="0"/>
            <a:ext cx="16256001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pPr algn="ctr"/>
            <a:endParaRPr lang="en-IN" sz="4000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8CEE886F-FDD5-9EA2-C16E-BE3BEE5C00AC}"/>
              </a:ext>
            </a:extLst>
          </p:cNvPr>
          <p:cNvSpPr txBox="1">
            <a:spLocks/>
          </p:cNvSpPr>
          <p:nvPr/>
        </p:nvSpPr>
        <p:spPr>
          <a:xfrm>
            <a:off x="-2" y="145888"/>
            <a:ext cx="1625600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EC7D3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IN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9A05D97D-A3D6-C3EE-7209-A75695821BED}"/>
              </a:ext>
            </a:extLst>
          </p:cNvPr>
          <p:cNvSpPr/>
          <p:nvPr/>
        </p:nvSpPr>
        <p:spPr>
          <a:xfrm>
            <a:off x="203200" y="1591056"/>
            <a:ext cx="5608320" cy="3901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Pie chart showing property distributions in each city:-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AE7DF2-49AC-8C29-C63A-0C9ABBBBA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0" y="1961606"/>
            <a:ext cx="6296904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905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23F5C5FC-0DE8-EE1C-DED5-53353E4D3F9C}"/>
              </a:ext>
            </a:extLst>
          </p:cNvPr>
          <p:cNvSpPr/>
          <p:nvPr/>
        </p:nvSpPr>
        <p:spPr>
          <a:xfrm>
            <a:off x="164011" y="1602893"/>
            <a:ext cx="5608320" cy="3901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Top 10 Rental Property Names:-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CEDF25-756C-3ACA-C972-E1F7E34D1132}"/>
              </a:ext>
            </a:extLst>
          </p:cNvPr>
          <p:cNvSpPr txBox="1"/>
          <p:nvPr/>
        </p:nvSpPr>
        <p:spPr>
          <a:xfrm>
            <a:off x="127000" y="2843074"/>
            <a:ext cx="7010400" cy="5831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Ashiyana Pro has the highest number of rental listings, significantly higher than all other properties, indicating strong rental activity or higher availability in that project.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Bodhgaya Gaya and Jayanthi Nagar 7 also show relatively high listing counts, suggesting these residential projects are popular rental locations.</a:t>
            </a: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A32AA891-F531-3C33-B44B-136C994766F2}"/>
              </a:ext>
            </a:extLst>
          </p:cNvPr>
          <p:cNvSpPr/>
          <p:nvPr/>
        </p:nvSpPr>
        <p:spPr>
          <a:xfrm>
            <a:off x="0" y="0"/>
            <a:ext cx="16256001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pPr algn="ctr"/>
            <a:endParaRPr lang="en-IN" sz="4000" dirty="0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5D7E0EA4-6836-FBF0-8051-C179FA76D1A9}"/>
              </a:ext>
            </a:extLst>
          </p:cNvPr>
          <p:cNvSpPr txBox="1">
            <a:spLocks/>
          </p:cNvSpPr>
          <p:nvPr/>
        </p:nvSpPr>
        <p:spPr>
          <a:xfrm>
            <a:off x="-2" y="145888"/>
            <a:ext cx="1625600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EC7D3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IN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70A9F2-F599-8979-9AC6-59DA0D814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400" y="8349343"/>
            <a:ext cx="3067478" cy="800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C24642-C2B6-667D-93E0-7D757E3FC2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4"/>
          <a:stretch>
            <a:fillRect/>
          </a:stretch>
        </p:blipFill>
        <p:spPr>
          <a:xfrm>
            <a:off x="7614823" y="1281018"/>
            <a:ext cx="8497486" cy="718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438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D9825-3B34-6E81-EC97-5DE449FB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0" y="152400"/>
            <a:ext cx="4953000" cy="1092607"/>
          </a:xfrm>
        </p:spPr>
        <p:txBody>
          <a:bodyPr/>
          <a:lstStyle/>
          <a:p>
            <a:r>
              <a:rPr lang="en-IN" dirty="0"/>
              <a:t>Bi-Variate Analysis</a:t>
            </a: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80509C00-273D-7EC4-22CC-EF65CABB6C91}"/>
              </a:ext>
            </a:extLst>
          </p:cNvPr>
          <p:cNvSpPr/>
          <p:nvPr/>
        </p:nvSpPr>
        <p:spPr>
          <a:xfrm>
            <a:off x="-1" y="-152399"/>
            <a:ext cx="16256001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pPr algn="ctr"/>
            <a:endParaRPr lang="en-IN" sz="4000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9F34A42A-9711-4E2B-0409-10CCC878006E}"/>
              </a:ext>
            </a:extLst>
          </p:cNvPr>
          <p:cNvSpPr txBox="1">
            <a:spLocks/>
          </p:cNvSpPr>
          <p:nvPr/>
        </p:nvSpPr>
        <p:spPr>
          <a:xfrm>
            <a:off x="-2" y="145888"/>
            <a:ext cx="1625600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EC7D3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IN" sz="4400" dirty="0">
              <a:solidFill>
                <a:srgbClr val="FF0000"/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44FAC67-63EB-C8B5-83C0-01AE20ADB8CF}"/>
              </a:ext>
            </a:extLst>
          </p:cNvPr>
          <p:cNvSpPr/>
          <p:nvPr/>
        </p:nvSpPr>
        <p:spPr>
          <a:xfrm>
            <a:off x="508000" y="1226922"/>
            <a:ext cx="5608320" cy="3901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Scatter Plot Prices in Each city:-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9A61A0-20C1-656C-1955-19C862E2E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200" y="8354674"/>
            <a:ext cx="3067478" cy="8002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42F789-F98D-F9CD-4F06-D7784AF3B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400" y="1935143"/>
            <a:ext cx="10640910" cy="4591691"/>
          </a:xfrm>
          <a:prstGeom prst="rect">
            <a:avLst/>
          </a:prstGeom>
        </p:spPr>
      </p:pic>
      <p:sp>
        <p:nvSpPr>
          <p:cNvPr id="20" name="Rectangle 2">
            <a:extLst>
              <a:ext uri="{FF2B5EF4-FFF2-40B4-BE49-F238E27FC236}">
                <a16:creationId xmlns:a16="http://schemas.microsoft.com/office/drawing/2014/main" id="{E77C3F5E-FD98-14DF-3FAD-C189063EF73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1555" y="6406622"/>
            <a:ext cx="15468600" cy="2600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scatter plot shows that property prices vary widely across different cities, with some cities like Mumbai and Delhi showing higher price ranges compared to others.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cities have prices concentrated in the lower to mid range (around 50–300), while only a few cities contain very high-priced properties above 500.</a:t>
            </a:r>
          </a:p>
        </p:txBody>
      </p:sp>
    </p:spTree>
    <p:extLst>
      <p:ext uri="{BB962C8B-B14F-4D97-AF65-F5344CB8AC3E}">
        <p14:creationId xmlns:p14="http://schemas.microsoft.com/office/powerpoint/2010/main" val="2025739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0B7A05C-76B6-21A6-AAA2-EFB8793AF772}"/>
              </a:ext>
            </a:extLst>
          </p:cNvPr>
          <p:cNvSpPr txBox="1"/>
          <p:nvPr/>
        </p:nvSpPr>
        <p:spPr>
          <a:xfrm>
            <a:off x="87507" y="6377784"/>
            <a:ext cx="144780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identifies Thane and Coimbatore as high-value leaders, while cities like Meerut provide the most consistent entry-level pricing.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wide variance in the box plots for major metros suggests a diverse inventory that caters to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both middle-income buyers and luxury investors.</a:t>
            </a:r>
          </a:p>
          <a:p>
            <a:endParaRPr lang="en-IN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A0D943FA-4A16-C1E3-150E-B5ACF4FF3EF2}"/>
              </a:ext>
            </a:extLst>
          </p:cNvPr>
          <p:cNvSpPr/>
          <p:nvPr/>
        </p:nvSpPr>
        <p:spPr>
          <a:xfrm>
            <a:off x="-1" y="-152399"/>
            <a:ext cx="16256001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pPr algn="ctr"/>
            <a:endParaRPr lang="en-IN" sz="4000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C190FC01-3417-AD96-C3DD-3A6D4B68E256}"/>
              </a:ext>
            </a:extLst>
          </p:cNvPr>
          <p:cNvSpPr txBox="1">
            <a:spLocks/>
          </p:cNvSpPr>
          <p:nvPr/>
        </p:nvSpPr>
        <p:spPr>
          <a:xfrm>
            <a:off x="-2" y="145888"/>
            <a:ext cx="1625600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EC7D3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IN" sz="4400" dirty="0">
              <a:solidFill>
                <a:srgbClr val="FF0000"/>
              </a:solidFill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AF0DAE75-086B-E8C6-2F05-4B527C6579FC}"/>
              </a:ext>
            </a:extLst>
          </p:cNvPr>
          <p:cNvSpPr/>
          <p:nvPr/>
        </p:nvSpPr>
        <p:spPr>
          <a:xfrm>
            <a:off x="12700" y="1288888"/>
            <a:ext cx="5608320" cy="3901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Average Prices In Top 5 Cities:-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33AD26-E995-6088-7297-61EE723F0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1522" y="8220670"/>
            <a:ext cx="3067478" cy="8002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B58F49-6770-7FCD-5081-2EF9EB343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00" y="1851021"/>
            <a:ext cx="8726118" cy="452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536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1C6428-BF85-4291-CAC0-6C698E809CCC}"/>
              </a:ext>
            </a:extLst>
          </p:cNvPr>
          <p:cNvSpPr txBox="1"/>
          <p:nvPr/>
        </p:nvSpPr>
        <p:spPr>
          <a:xfrm>
            <a:off x="127000" y="6325586"/>
            <a:ext cx="16129000" cy="324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heatmap reveals a strong positive correlation between apartment size (BHK) and price, confirming that space remains the primary value driver.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multivariate view highlights that while configuration dictates the base cost, geographic location and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project maturity create the final price variance.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35E7E05-AE5E-0DE8-415A-4E7EFD252DB0}"/>
              </a:ext>
            </a:extLst>
          </p:cNvPr>
          <p:cNvSpPr/>
          <p:nvPr/>
        </p:nvSpPr>
        <p:spPr>
          <a:xfrm>
            <a:off x="-1" y="-152399"/>
            <a:ext cx="16256001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pPr algn="ctr"/>
            <a:endParaRPr lang="en-IN" sz="4000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60A667D1-7687-BBD1-A8DF-2212176AF409}"/>
              </a:ext>
            </a:extLst>
          </p:cNvPr>
          <p:cNvSpPr txBox="1">
            <a:spLocks/>
          </p:cNvSpPr>
          <p:nvPr/>
        </p:nvSpPr>
        <p:spPr>
          <a:xfrm>
            <a:off x="-2" y="145888"/>
            <a:ext cx="1625600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EC7D3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IN" sz="4400" dirty="0">
              <a:solidFill>
                <a:srgbClr val="FF0000"/>
              </a:solidFill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DAFC8C1A-EF84-3741-2279-0CEB5B7E065E}"/>
              </a:ext>
            </a:extLst>
          </p:cNvPr>
          <p:cNvSpPr/>
          <p:nvPr/>
        </p:nvSpPr>
        <p:spPr>
          <a:xfrm>
            <a:off x="-2" y="1093816"/>
            <a:ext cx="5608320" cy="3901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Correlation between BHK and average price:-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793EC4-637C-D02B-B8C2-C308C3050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400" y="8197900"/>
            <a:ext cx="3067478" cy="800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A4CF43-3D49-AC1D-E555-E078BFCC0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400" y="1985676"/>
            <a:ext cx="5191850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338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43B554-5B88-D8B6-6580-47D5301F2B7E}"/>
              </a:ext>
            </a:extLst>
          </p:cNvPr>
          <p:cNvSpPr txBox="1"/>
          <p:nvPr/>
        </p:nvSpPr>
        <p:spPr>
          <a:xfrm>
            <a:off x="4089400" y="304800"/>
            <a:ext cx="815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Multi Variate Analysis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3159E69-FB2C-004A-F0B0-C82EF5B2C2CA}"/>
              </a:ext>
            </a:extLst>
          </p:cNvPr>
          <p:cNvSpPr/>
          <p:nvPr/>
        </p:nvSpPr>
        <p:spPr>
          <a:xfrm>
            <a:off x="-1" y="-152399"/>
            <a:ext cx="16256001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pPr algn="ctr"/>
            <a:endParaRPr lang="en-IN" sz="4000" dirty="0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B99CB824-344F-3805-B40E-8FCB0591C63C}"/>
              </a:ext>
            </a:extLst>
          </p:cNvPr>
          <p:cNvSpPr txBox="1">
            <a:spLocks/>
          </p:cNvSpPr>
          <p:nvPr/>
        </p:nvSpPr>
        <p:spPr>
          <a:xfrm>
            <a:off x="-2" y="145888"/>
            <a:ext cx="1625600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EC7D3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IN" sz="4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C090A7-3C91-302C-372A-63F367400BE2}"/>
              </a:ext>
            </a:extLst>
          </p:cNvPr>
          <p:cNvSpPr txBox="1"/>
          <p:nvPr/>
        </p:nvSpPr>
        <p:spPr>
          <a:xfrm>
            <a:off x="31206" y="6353132"/>
            <a:ext cx="15570201" cy="2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Kokapet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number of properties (5) under the 5-crore budget, making it the most prominent area for property availability.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Kollur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Kompally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Tellapur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similar availability with around 4 properties each, indicating balanced housing options.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68454-7F74-CED9-8604-D381F74AA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4450" y="8343788"/>
            <a:ext cx="3067478" cy="800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384BFF-1AFD-4B9D-3358-A32FB3728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400" y="1669888"/>
            <a:ext cx="6105813" cy="4595134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C9DE3F46-8C96-9353-3E90-B8C06CBAF918}"/>
              </a:ext>
            </a:extLst>
          </p:cNvPr>
          <p:cNvSpPr/>
          <p:nvPr/>
        </p:nvSpPr>
        <p:spPr>
          <a:xfrm>
            <a:off x="-2" y="1093816"/>
            <a:ext cx="5308602" cy="324827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Bar Plot Showing Areas in Hyderabad under 5cr:-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691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33E12-FF6B-61A5-B498-C21EA55BD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494B4E-BC72-D65D-24E6-F7567B6D7763}"/>
              </a:ext>
            </a:extLst>
          </p:cNvPr>
          <p:cNvSpPr txBox="1"/>
          <p:nvPr/>
        </p:nvSpPr>
        <p:spPr>
          <a:xfrm>
            <a:off x="4089400" y="304800"/>
            <a:ext cx="815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Multi Variate Analysis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E5D4A3E-4B26-376C-592A-C1A23DE8AA02}"/>
              </a:ext>
            </a:extLst>
          </p:cNvPr>
          <p:cNvSpPr/>
          <p:nvPr/>
        </p:nvSpPr>
        <p:spPr>
          <a:xfrm>
            <a:off x="-1" y="-152399"/>
            <a:ext cx="16256001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pPr algn="ctr"/>
            <a:endParaRPr lang="en-IN" sz="4000" dirty="0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49912329-48A5-83ED-7BEE-2ED5851ADD27}"/>
              </a:ext>
            </a:extLst>
          </p:cNvPr>
          <p:cNvSpPr txBox="1">
            <a:spLocks/>
          </p:cNvSpPr>
          <p:nvPr/>
        </p:nvSpPr>
        <p:spPr>
          <a:xfrm>
            <a:off x="-2" y="145888"/>
            <a:ext cx="1625600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EC7D3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IN" sz="4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B6B6BF-C0C3-DD2C-9FDE-2904840FDB76}"/>
              </a:ext>
            </a:extLst>
          </p:cNvPr>
          <p:cNvSpPr txBox="1"/>
          <p:nvPr/>
        </p:nvSpPr>
        <p:spPr>
          <a:xfrm>
            <a:off x="0" y="6702680"/>
            <a:ext cx="14833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plot identifies areas in Hyderabad that offer the most rental properties within a given budget(40k).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areas may be suitable for tenants seeking cost-effective housing options.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20EB03-38F6-8862-FD9F-50A27C432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8600" y="8210963"/>
            <a:ext cx="3067478" cy="800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F2CA11-9062-5390-5842-61B22FAD3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200" y="1474622"/>
            <a:ext cx="7848600" cy="5126456"/>
          </a:xfrm>
          <a:prstGeom prst="rect">
            <a:avLst/>
          </a:prstGeom>
        </p:spPr>
      </p:pic>
      <p:sp>
        <p:nvSpPr>
          <p:cNvPr id="10" name="Shape 5">
            <a:extLst>
              <a:ext uri="{FF2B5EF4-FFF2-40B4-BE49-F238E27FC236}">
                <a16:creationId xmlns:a16="http://schemas.microsoft.com/office/drawing/2014/main" id="{0D6C1500-BE2D-989D-62A2-B2F0C62F97F6}"/>
              </a:ext>
            </a:extLst>
          </p:cNvPr>
          <p:cNvSpPr/>
          <p:nvPr/>
        </p:nvSpPr>
        <p:spPr>
          <a:xfrm>
            <a:off x="-2" y="1093816"/>
            <a:ext cx="6070602" cy="332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Bar Plot Showing Areas in Hyderabad under 40kfor rent:-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958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B865-E085-6D00-1585-2C28770E2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3300" y="156260"/>
            <a:ext cx="4050029" cy="677108"/>
          </a:xfrm>
        </p:spPr>
        <p:txBody>
          <a:bodyPr/>
          <a:lstStyle/>
          <a:p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 Tables</a:t>
            </a: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3084EA9F-CD69-EE07-D693-CC5F1F58A09A}"/>
              </a:ext>
            </a:extLst>
          </p:cNvPr>
          <p:cNvSpPr/>
          <p:nvPr/>
        </p:nvSpPr>
        <p:spPr>
          <a:xfrm>
            <a:off x="-1" y="-152399"/>
            <a:ext cx="16256001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pPr algn="ctr"/>
            <a:endParaRPr lang="en-IN" sz="4000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826614ED-3A40-2A4B-BCC1-A984A46564DB}"/>
              </a:ext>
            </a:extLst>
          </p:cNvPr>
          <p:cNvSpPr txBox="1">
            <a:spLocks/>
          </p:cNvSpPr>
          <p:nvPr/>
        </p:nvSpPr>
        <p:spPr>
          <a:xfrm>
            <a:off x="-2" y="145888"/>
            <a:ext cx="1625600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EC7D3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 TABLE</a:t>
            </a:r>
            <a:endParaRPr lang="en-IN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D62D81-DBD3-912F-FEA5-C977D65EC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400" y="8119523"/>
            <a:ext cx="3067478" cy="800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2D1344-7504-D0F9-8734-CAE34BA9A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400" y="1828800"/>
            <a:ext cx="10744200" cy="3502583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790D9895-59CF-7FF4-2068-0A48F1B6C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5957266"/>
            <a:ext cx="15976600" cy="1953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table shows the average property price for different apartment types (1–4 BHK) across multiple cities.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Prices generally increase as the BHK size increases, meaning larger apartments (3–4 BHK) are significantly more expensive than 1–2 BHK.</a:t>
            </a:r>
          </a:p>
        </p:txBody>
      </p:sp>
    </p:spTree>
    <p:extLst>
      <p:ext uri="{BB962C8B-B14F-4D97-AF65-F5344CB8AC3E}">
        <p14:creationId xmlns:p14="http://schemas.microsoft.com/office/powerpoint/2010/main" val="790159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4A8AC-E9E8-D04B-B195-BCCD3A452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200" y="156260"/>
            <a:ext cx="4215129" cy="677108"/>
          </a:xfrm>
        </p:spPr>
        <p:txBody>
          <a:bodyPr/>
          <a:lstStyle/>
          <a:p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A2F5ABAC-AD4D-E338-DF8A-76BC3AC46D95}"/>
              </a:ext>
            </a:extLst>
          </p:cNvPr>
          <p:cNvSpPr/>
          <p:nvPr/>
        </p:nvSpPr>
        <p:spPr>
          <a:xfrm>
            <a:off x="-3" y="-9268"/>
            <a:ext cx="16256001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pPr algn="ctr"/>
            <a:endParaRPr lang="en-IN" sz="4000" dirty="0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86116367-493E-6B31-8D7C-C0EF2475BCDC}"/>
              </a:ext>
            </a:extLst>
          </p:cNvPr>
          <p:cNvSpPr txBox="1">
            <a:spLocks/>
          </p:cNvSpPr>
          <p:nvPr/>
        </p:nvSpPr>
        <p:spPr>
          <a:xfrm>
            <a:off x="-2" y="145888"/>
            <a:ext cx="1625600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EC7D3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IN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5CCD00C-21F1-EFC0-FC89-AFF353DDA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1524000"/>
            <a:ext cx="16256001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 Distribution Across Cities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cities have a higher number of property listings for both buying and renting, indicating stronger real estate activity and housing demand in those locations.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Popular Apartment Configurations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Mid-sized apartments such as 2BHK and 3BHK dominate both buy and rental markets, showing higher demand for these property types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Affordable Cities and Locations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Certain cities and areas offer more properties within a given budget, helping buyers and tenants identify cost-effective housing options.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 Impact on Real Estate Prices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 prices and rental rates vary significantly depending on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city, locality, and project development,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showing the importance of location in real estate decisions.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CE9BB2-415F-3312-9BD3-08A299A01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400" y="8079641"/>
            <a:ext cx="3067478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604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9542-0AFA-0596-6C5F-CB52A641F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3300" y="156260"/>
            <a:ext cx="4050029" cy="677108"/>
          </a:xfrm>
        </p:spPr>
        <p:txBody>
          <a:bodyPr/>
          <a:lstStyle/>
          <a:p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99628F7F-5AB6-840A-42D0-B6B43886EE23}"/>
              </a:ext>
            </a:extLst>
          </p:cNvPr>
          <p:cNvSpPr/>
          <p:nvPr/>
        </p:nvSpPr>
        <p:spPr>
          <a:xfrm>
            <a:off x="0" y="0"/>
            <a:ext cx="16256001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pPr algn="ctr"/>
            <a:endParaRPr lang="en-IN" sz="4000" dirty="0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E03857FA-2788-3100-C53C-364100535BAE}"/>
              </a:ext>
            </a:extLst>
          </p:cNvPr>
          <p:cNvSpPr txBox="1">
            <a:spLocks/>
          </p:cNvSpPr>
          <p:nvPr/>
        </p:nvSpPr>
        <p:spPr>
          <a:xfrm>
            <a:off x="-2" y="145888"/>
            <a:ext cx="1625600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EC7D3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ONCLUSION</a:t>
            </a:r>
            <a:endParaRPr lang="en-IN" sz="44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E8E7B9D-6C74-9058-AE5F-2F3C164D8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4" y="1447800"/>
            <a:ext cx="1584960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analyzed real estate listings for both 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urchasing and renting using data collected from 99acres.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cleaning and preprocessing the datasets, various univariate, bivariate, and multivariate analyses were performed to understand property distribution, price trends, and location patterns.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shows that property size, city location, and apartment configuration significantly influence both purchase prices and rental costs.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help users identify affordable cities, popular housing configurations, and suitable locations for buying or renting properties.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D0806E-2B5F-8F73-428B-DBB7CFA7A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200" y="8077200"/>
            <a:ext cx="3067478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054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8E9AAE-E74F-8301-3CC7-D16F7BE2F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346"/>
          <a:stretch>
            <a:fillRect/>
          </a:stretch>
        </p:blipFill>
        <p:spPr>
          <a:xfrm>
            <a:off x="2603500" y="2209800"/>
            <a:ext cx="110490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767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</TotalTime>
  <Words>1327</Words>
  <Application>Microsoft Office PowerPoint</Application>
  <PresentationFormat>Custom</PresentationFormat>
  <Paragraphs>140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Palatino Linotype</vt:lpstr>
      <vt:lpstr>Tahoma</vt:lpstr>
      <vt:lpstr>Times New Roman</vt:lpstr>
      <vt:lpstr>Wingdings</vt:lpstr>
      <vt:lpstr>Office Theme</vt:lpstr>
      <vt:lpstr>Web Scraping Project on   Real E-State Price Analysis   Purchase &amp; Rental</vt:lpstr>
      <vt:lpstr>PROBLEM STATEMENTS</vt:lpstr>
      <vt:lpstr>DATASET DESCRIPTION(Purchase)</vt:lpstr>
      <vt:lpstr>DATASET DESCRIPTION(Rental)</vt:lpstr>
      <vt:lpstr>RAW DATASET</vt:lpstr>
      <vt:lpstr>DATA CLEANING &amp; COLUMN TRANSFORMATION</vt:lpstr>
      <vt:lpstr>Missing Value Analysis</vt:lpstr>
      <vt:lpstr>Missing Value Analysis</vt:lpstr>
      <vt:lpstr>Missing Value Analysis</vt:lpstr>
      <vt:lpstr>Missing Value Analysis</vt:lpstr>
      <vt:lpstr>Univariate Analysis</vt:lpstr>
      <vt:lpstr>PowerPoint Presentation</vt:lpstr>
      <vt:lpstr>PowerPoint Presentation</vt:lpstr>
      <vt:lpstr>Bi-Variate Analysis</vt:lpstr>
      <vt:lpstr>PowerPoint Presentation</vt:lpstr>
      <vt:lpstr>PowerPoint Presentation</vt:lpstr>
      <vt:lpstr>PowerPoint Presentation</vt:lpstr>
      <vt:lpstr>PowerPoint Presentation</vt:lpstr>
      <vt:lpstr>Pivot Tables</vt:lpstr>
      <vt:lpstr>Key Insights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Nikhitha Kankanala</dc:creator>
  <cp:lastModifiedBy>Dandoti Sagar</cp:lastModifiedBy>
  <cp:revision>3</cp:revision>
  <dcterms:created xsi:type="dcterms:W3CDTF">2026-03-10T18:22:23Z</dcterms:created>
  <dcterms:modified xsi:type="dcterms:W3CDTF">2026-03-12T11:51:58Z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2026-03-10T00:00:00Z</vt:filetime>
  </property>
  <property fmtid="{D5CDD505-2E9C-101B-9397-08002B2CF9AE}" pid="3" name="Producer">
    <vt:lpwstr>Skia/PDF m136</vt:lpwstr>
  </property>
  <property fmtid="{D5CDD505-2E9C-101B-9397-08002B2CF9AE}" pid="4" name="LastSaved">
    <vt:filetime>2026-03-10T00:00:00Z</vt:filetime>
  </property>
</Properties>
</file>